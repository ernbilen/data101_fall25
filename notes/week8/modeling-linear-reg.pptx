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505" r:id="rId5"/>
    <p:sldId id="513" r:id="rId6"/>
    <p:sldId id="259" r:id="rId7"/>
    <p:sldId id="272" r:id="rId8"/>
    <p:sldId id="270" r:id="rId9"/>
    <p:sldId id="514" r:id="rId10"/>
    <p:sldId id="515" r:id="rId11"/>
    <p:sldId id="277" r:id="rId12"/>
    <p:sldId id="278" r:id="rId13"/>
    <p:sldId id="280" r:id="rId14"/>
    <p:sldId id="281" r:id="rId15"/>
    <p:sldId id="283" r:id="rId16"/>
    <p:sldId id="284" r:id="rId17"/>
    <p:sldId id="285" r:id="rId18"/>
    <p:sldId id="287" r:id="rId19"/>
    <p:sldId id="291" r:id="rId20"/>
    <p:sldId id="293" r:id="rId21"/>
    <p:sldId id="292" r:id="rId22"/>
    <p:sldId id="294" r:id="rId23"/>
    <p:sldId id="295" r:id="rId24"/>
    <p:sldId id="296" r:id="rId25"/>
    <p:sldId id="297" r:id="rId2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96405" autoAdjust="0"/>
  </p:normalViewPr>
  <p:slideViewPr>
    <p:cSldViewPr snapToGrid="0">
      <p:cViewPr varScale="1">
        <p:scale>
          <a:sx n="126" d="100"/>
          <a:sy n="126" d="100"/>
        </p:scale>
        <p:origin x="17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-2016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rrester, Jeffrey" userId="6ba1022f-7673-4f6a-9d05-fd2c9f8497c3" providerId="ADAL" clId="{EC9441EF-EF6B-4B4A-8771-089B4D88CAAC}"/>
    <pc:docChg chg="modSld">
      <pc:chgData name="Forrester, Jeffrey" userId="6ba1022f-7673-4f6a-9d05-fd2c9f8497c3" providerId="ADAL" clId="{EC9441EF-EF6B-4B4A-8771-089B4D88CAAC}" dt="2021-04-26T19:32:06.307" v="1"/>
      <pc:docMkLst>
        <pc:docMk/>
      </pc:docMkLst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58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58"/>
            <ac:picMk id="3" creationId="{B9484701-5EF5-4D1B-88AB-B960974178AF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58"/>
            <ac:inkMk id="2" creationId="{A4FF6A72-4AD7-43ED-92E8-D41F569A15E0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59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59"/>
            <ac:picMk id="3" creationId="{D42C50A1-1C70-42CC-802A-239BBF1F7974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59"/>
            <ac:inkMk id="2" creationId="{41EA10CA-E08A-478E-B2A2-08A337A5D366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60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60"/>
            <ac:picMk id="4" creationId="{01330D99-3AA6-40C2-A89A-339398B3C052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60"/>
            <ac:inkMk id="3" creationId="{D66D8958-1CD5-48DD-9379-95F6898E8259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61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61"/>
            <ac:picMk id="7" creationId="{C5C5B299-470D-411B-8BED-59436E66EE32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61"/>
            <ac:inkMk id="6" creationId="{B8ED59C2-0EA7-4287-B412-8DB3ED106F97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63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63"/>
            <ac:picMk id="3" creationId="{3D492311-EE39-43D3-82C5-B382219E8DCC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63"/>
            <ac:inkMk id="2" creationId="{30C918D4-59F4-4A56-8E0B-104D01A359AE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65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65"/>
            <ac:picMk id="4" creationId="{081C64F1-753A-4A7A-8CCA-60A672DF755C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65"/>
            <ac:inkMk id="3" creationId="{E15533D3-ABD8-49EE-91AF-EE9ECE8BDC4D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75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75"/>
            <ac:picMk id="3" creationId="{9BCBCECF-D414-442B-B664-6972A987AA2E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75"/>
            <ac:inkMk id="2" creationId="{9E395D3F-7A18-4D3A-A964-8539E7D4A30B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76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76"/>
            <ac:picMk id="6" creationId="{4FA00696-431E-446A-A40C-33A972B80E6B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76"/>
            <ac:inkMk id="5" creationId="{2B707ED1-769B-443D-B8C3-6466CD8F2F0E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77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77"/>
            <ac:picMk id="9" creationId="{C761CE14-E093-4D7C-A246-811E8EF9B1F4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77"/>
            <ac:inkMk id="2" creationId="{369455B8-E36A-46AD-AD43-C1A805F2F2B9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78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78"/>
            <ac:picMk id="3" creationId="{D5AC5CCF-C356-4741-B2E4-F41A67DA20C0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78"/>
            <ac:inkMk id="2" creationId="{29615977-6585-4C83-99FD-CCC3417ABBB4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0" sldId="488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0" sldId="488"/>
            <ac:picMk id="3" creationId="{F15DCDF6-D831-4F65-94B6-0AE23233DAE5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0" sldId="488"/>
            <ac:inkMk id="2" creationId="{12F9F7D7-8096-4E4D-9629-ADB5274C0D48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26250379" sldId="496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26250379" sldId="496"/>
            <ac:picMk id="24" creationId="{BEC47990-873B-473C-9EBB-6C17D2C2E355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26250379" sldId="496"/>
            <ac:inkMk id="7" creationId="{6FE544BE-5AAF-443B-B40A-65A762346AC5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1585037941" sldId="497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1585037941" sldId="497"/>
            <ac:picMk id="4" creationId="{EC6AE32F-E0DD-4B6B-8A56-57BEEC15054D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1585037941" sldId="497"/>
            <ac:inkMk id="3" creationId="{843F646C-D620-48FF-AAD8-1157A59F091C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983608694" sldId="498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983608694" sldId="498"/>
            <ac:picMk id="3" creationId="{1352E600-D6F6-4B64-BD87-CB53CF43A6E7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983608694" sldId="498"/>
            <ac:inkMk id="2" creationId="{1A28E09A-3E08-476D-B4B6-E5875147AC9B}"/>
          </ac:inkMkLst>
        </pc:ink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1520769384" sldId="505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1520769384" sldId="505"/>
            <ac:picMk id="3" creationId="{FDFF721D-4D00-416E-8B3B-F9758CFE7D2B}"/>
          </ac:picMkLst>
        </pc:picChg>
      </pc:sldChg>
      <pc:sldChg chg="delSp modTransition modAnim">
        <pc:chgData name="Forrester, Jeffrey" userId="6ba1022f-7673-4f6a-9d05-fd2c9f8497c3" providerId="ADAL" clId="{EC9441EF-EF6B-4B4A-8771-089B4D88CAAC}" dt="2021-04-26T19:32:06.307" v="1"/>
        <pc:sldMkLst>
          <pc:docMk/>
          <pc:sldMk cId="3873557939" sldId="506"/>
        </pc:sldMkLst>
        <pc:picChg chg="del">
          <ac:chgData name="Forrester, Jeffrey" userId="6ba1022f-7673-4f6a-9d05-fd2c9f8497c3" providerId="ADAL" clId="{EC9441EF-EF6B-4B4A-8771-089B4D88CAAC}" dt="2021-04-26T19:32:03.606" v="0"/>
          <ac:picMkLst>
            <pc:docMk/>
            <pc:sldMk cId="3873557939" sldId="506"/>
            <ac:picMk id="13" creationId="{96CDD542-1EA7-48F2-B6CF-784ED5F71BE5}"/>
          </ac:picMkLst>
        </pc:picChg>
        <pc:inkChg chg="del">
          <ac:chgData name="Forrester, Jeffrey" userId="6ba1022f-7673-4f6a-9d05-fd2c9f8497c3" providerId="ADAL" clId="{EC9441EF-EF6B-4B4A-8771-089B4D88CAAC}" dt="2021-04-26T19:32:03.606" v="0"/>
          <ac:inkMkLst>
            <pc:docMk/>
            <pc:sldMk cId="3873557939" sldId="506"/>
            <ac:inkMk id="12" creationId="{1331B79B-A889-47BD-A394-7FFBC21F3984}"/>
          </ac:inkMkLst>
        </pc:inkChg>
      </pc:sldChg>
    </pc:docChg>
  </pc:docChgLst>
  <pc:docChgLst>
    <pc:chgData name="Bilen, Eren" userId="1524803c-4e9d-4ade-801e-849580f16dd3" providerId="ADAL" clId="{CAAEF81A-07D4-F84F-ABF1-D54777CC6D85}"/>
    <pc:docChg chg="modSld">
      <pc:chgData name="Bilen, Eren" userId="1524803c-4e9d-4ade-801e-849580f16dd3" providerId="ADAL" clId="{CAAEF81A-07D4-F84F-ABF1-D54777CC6D85}" dt="2025-10-13T16:45:57.178" v="4" actId="20577"/>
      <pc:docMkLst>
        <pc:docMk/>
      </pc:docMkLst>
      <pc:sldChg chg="modSp mod">
        <pc:chgData name="Bilen, Eren" userId="1524803c-4e9d-4ade-801e-849580f16dd3" providerId="ADAL" clId="{CAAEF81A-07D4-F84F-ABF1-D54777CC6D85}" dt="2025-10-13T16:45:57.178" v="4" actId="20577"/>
        <pc:sldMkLst>
          <pc:docMk/>
          <pc:sldMk cId="3666312261" sldId="297"/>
        </pc:sldMkLst>
        <pc:spChg chg="mod">
          <ac:chgData name="Bilen, Eren" userId="1524803c-4e9d-4ade-801e-849580f16dd3" providerId="ADAL" clId="{CAAEF81A-07D4-F84F-ABF1-D54777CC6D85}" dt="2025-10-13T16:45:57.178" v="4" actId="20577"/>
          <ac:spMkLst>
            <pc:docMk/>
            <pc:sldMk cId="3666312261" sldId="297"/>
            <ac:spMk id="2" creationId="{FABB6845-6030-AB43-94E9-E1C020248BD3}"/>
          </ac:spMkLst>
        </pc:spChg>
      </pc:sldChg>
    </pc:docChg>
  </pc:docChgLst>
  <pc:docChgLst>
    <pc:chgData name="Bilen, Eren" userId="1524803c-4e9d-4ade-801e-849580f16dd3" providerId="ADAL" clId="{167730F0-C9EF-4CBE-ADAE-FD211FBBB49D}"/>
    <pc:docChg chg="delSld modSld">
      <pc:chgData name="Bilen, Eren" userId="1524803c-4e9d-4ade-801e-849580f16dd3" providerId="ADAL" clId="{167730F0-C9EF-4CBE-ADAE-FD211FBBB49D}" dt="2022-08-22T04:04:15.312" v="2" actId="14100"/>
      <pc:docMkLst>
        <pc:docMk/>
      </pc:docMkLst>
      <pc:sldChg chg="modSp mod">
        <pc:chgData name="Bilen, Eren" userId="1524803c-4e9d-4ade-801e-849580f16dd3" providerId="ADAL" clId="{167730F0-C9EF-4CBE-ADAE-FD211FBBB49D}" dt="2022-08-22T04:04:09.394" v="1" actId="14100"/>
        <pc:sldMkLst>
          <pc:docMk/>
          <pc:sldMk cId="2441879563" sldId="291"/>
        </pc:sldMkLst>
        <pc:spChg chg="mod">
          <ac:chgData name="Bilen, Eren" userId="1524803c-4e9d-4ade-801e-849580f16dd3" providerId="ADAL" clId="{167730F0-C9EF-4CBE-ADAE-FD211FBBB49D}" dt="2022-08-22T04:04:09.394" v="1" actId="14100"/>
          <ac:spMkLst>
            <pc:docMk/>
            <pc:sldMk cId="2441879563" sldId="291"/>
            <ac:spMk id="12" creationId="{72699854-1D21-3044-B646-6961FAC16633}"/>
          </ac:spMkLst>
        </pc:spChg>
      </pc:sldChg>
      <pc:sldChg chg="modSp mod">
        <pc:chgData name="Bilen, Eren" userId="1524803c-4e9d-4ade-801e-849580f16dd3" providerId="ADAL" clId="{167730F0-C9EF-4CBE-ADAE-FD211FBBB49D}" dt="2022-08-22T04:04:15.312" v="2" actId="14100"/>
        <pc:sldMkLst>
          <pc:docMk/>
          <pc:sldMk cId="2380126160" sldId="292"/>
        </pc:sldMkLst>
        <pc:spChg chg="mod">
          <ac:chgData name="Bilen, Eren" userId="1524803c-4e9d-4ade-801e-849580f16dd3" providerId="ADAL" clId="{167730F0-C9EF-4CBE-ADAE-FD211FBBB49D}" dt="2022-08-22T04:04:15.312" v="2" actId="14100"/>
          <ac:spMkLst>
            <pc:docMk/>
            <pc:sldMk cId="2380126160" sldId="292"/>
            <ac:spMk id="12" creationId="{72699854-1D21-3044-B646-6961FAC16633}"/>
          </ac:spMkLst>
        </pc:spChg>
      </pc:sldChg>
      <pc:sldChg chg="del">
        <pc:chgData name="Bilen, Eren" userId="1524803c-4e9d-4ade-801e-849580f16dd3" providerId="ADAL" clId="{167730F0-C9EF-4CBE-ADAE-FD211FBBB49D}" dt="2022-08-16T04:19:32.697" v="0" actId="47"/>
        <pc:sldMkLst>
          <pc:docMk/>
          <pc:sldMk cId="0" sldId="458"/>
        </pc:sldMkLst>
      </pc:sldChg>
      <pc:sldChg chg="del">
        <pc:chgData name="Bilen, Eren" userId="1524803c-4e9d-4ade-801e-849580f16dd3" providerId="ADAL" clId="{167730F0-C9EF-4CBE-ADAE-FD211FBBB49D}" dt="2022-08-16T04:19:32.697" v="0" actId="47"/>
        <pc:sldMkLst>
          <pc:docMk/>
          <pc:sldMk cId="1715239755" sldId="507"/>
        </pc:sldMkLst>
      </pc:sldChg>
      <pc:sldChg chg="del">
        <pc:chgData name="Bilen, Eren" userId="1524803c-4e9d-4ade-801e-849580f16dd3" providerId="ADAL" clId="{167730F0-C9EF-4CBE-ADAE-FD211FBBB49D}" dt="2022-08-16T04:19:32.697" v="0" actId="47"/>
        <pc:sldMkLst>
          <pc:docMk/>
          <pc:sldMk cId="1150871582" sldId="508"/>
        </pc:sldMkLst>
      </pc:sldChg>
      <pc:sldChg chg="del">
        <pc:chgData name="Bilen, Eren" userId="1524803c-4e9d-4ade-801e-849580f16dd3" providerId="ADAL" clId="{167730F0-C9EF-4CBE-ADAE-FD211FBBB49D}" dt="2022-08-16T04:19:32.697" v="0" actId="47"/>
        <pc:sldMkLst>
          <pc:docMk/>
          <pc:sldMk cId="1245577193" sldId="509"/>
        </pc:sldMkLst>
      </pc:sldChg>
      <pc:sldChg chg="del">
        <pc:chgData name="Bilen, Eren" userId="1524803c-4e9d-4ade-801e-849580f16dd3" providerId="ADAL" clId="{167730F0-C9EF-4CBE-ADAE-FD211FBBB49D}" dt="2022-08-16T04:19:32.697" v="0" actId="47"/>
        <pc:sldMkLst>
          <pc:docMk/>
          <pc:sldMk cId="1175124440" sldId="510"/>
        </pc:sldMkLst>
      </pc:sldChg>
      <pc:sldChg chg="del">
        <pc:chgData name="Bilen, Eren" userId="1524803c-4e9d-4ade-801e-849580f16dd3" providerId="ADAL" clId="{167730F0-C9EF-4CBE-ADAE-FD211FBBB49D}" dt="2022-08-16T04:19:32.697" v="0" actId="47"/>
        <pc:sldMkLst>
          <pc:docMk/>
          <pc:sldMk cId="91893431" sldId="511"/>
        </pc:sldMkLst>
      </pc:sldChg>
      <pc:sldChg chg="del">
        <pc:chgData name="Bilen, Eren" userId="1524803c-4e9d-4ade-801e-849580f16dd3" providerId="ADAL" clId="{167730F0-C9EF-4CBE-ADAE-FD211FBBB49D}" dt="2022-08-16T04:19:32.697" v="0" actId="47"/>
        <pc:sldMkLst>
          <pc:docMk/>
          <pc:sldMk cId="4209864875" sldId="512"/>
        </pc:sldMkLst>
      </pc:sldChg>
    </pc:docChg>
  </pc:docChgLst>
  <pc:docChgLst>
    <pc:chgData name="Forrester, Jeffrey" userId="6ba1022f-7673-4f6a-9d05-fd2c9f8497c3" providerId="ADAL" clId="{7C419E3B-BEFA-43F9-89F5-73DC46A066FA}"/>
    <pc:docChg chg="undo custSel addSld delSld modSld sldOrd modMainMaster">
      <pc:chgData name="Forrester, Jeffrey" userId="6ba1022f-7673-4f6a-9d05-fd2c9f8497c3" providerId="ADAL" clId="{7C419E3B-BEFA-43F9-89F5-73DC46A066FA}" dt="2021-04-26T19:06:17.467" v="2566" actId="115"/>
      <pc:docMkLst>
        <pc:docMk/>
      </pc:docMkLst>
      <pc:sldChg chg="addSp modSp modTransition">
        <pc:chgData name="Forrester, Jeffrey" userId="6ba1022f-7673-4f6a-9d05-fd2c9f8497c3" providerId="ADAL" clId="{7C419E3B-BEFA-43F9-89F5-73DC46A066FA}" dt="2021-04-26T19:05:41.198" v="2557"/>
        <pc:sldMkLst>
          <pc:docMk/>
          <pc:sldMk cId="0" sldId="458"/>
        </pc:sldMkLst>
        <pc:spChg chg="mod">
          <ac:chgData name="Forrester, Jeffrey" userId="6ba1022f-7673-4f6a-9d05-fd2c9f8497c3" providerId="ADAL" clId="{7C419E3B-BEFA-43F9-89F5-73DC46A066FA}" dt="2021-04-25T21:53:14.846" v="0" actId="113"/>
          <ac:spMkLst>
            <pc:docMk/>
            <pc:sldMk cId="0" sldId="458"/>
            <ac:spMk id="6146" creationId="{00000000-0000-0000-0000-000000000000}"/>
          </ac:spMkLst>
        </pc:sp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58"/>
            <ac:picMk id="3" creationId="{B9484701-5EF5-4D1B-88AB-B960974178AF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58"/>
            <ac:inkMk id="2" creationId="{A4FF6A72-4AD7-43ED-92E8-D41F569A15E0}"/>
          </ac:inkMkLst>
        </pc:inkChg>
      </pc:sldChg>
      <pc:sldChg chg="addSp modSp mod modTransition">
        <pc:chgData name="Forrester, Jeffrey" userId="6ba1022f-7673-4f6a-9d05-fd2c9f8497c3" providerId="ADAL" clId="{7C419E3B-BEFA-43F9-89F5-73DC46A066FA}" dt="2021-04-26T19:05:41.198" v="2557"/>
        <pc:sldMkLst>
          <pc:docMk/>
          <pc:sldMk cId="0" sldId="459"/>
        </pc:sldMkLst>
        <pc:spChg chg="mod">
          <ac:chgData name="Forrester, Jeffrey" userId="6ba1022f-7673-4f6a-9d05-fd2c9f8497c3" providerId="ADAL" clId="{7C419E3B-BEFA-43F9-89F5-73DC46A066FA}" dt="2021-04-25T22:00:23.365" v="39" actId="113"/>
          <ac:spMkLst>
            <pc:docMk/>
            <pc:sldMk cId="0" sldId="459"/>
            <ac:spMk id="1027" creationId="{00000000-0000-0000-0000-000000000000}"/>
          </ac:spMkLst>
        </pc:spChg>
        <pc:graphicFrameChg chg="mod">
          <ac:chgData name="Forrester, Jeffrey" userId="6ba1022f-7673-4f6a-9d05-fd2c9f8497c3" providerId="ADAL" clId="{7C419E3B-BEFA-43F9-89F5-73DC46A066FA}" dt="2021-04-26T16:50:38.260" v="1047" actId="1035"/>
          <ac:graphicFrameMkLst>
            <pc:docMk/>
            <pc:sldMk cId="0" sldId="459"/>
            <ac:graphicFrameMk id="1026" creationId="{00000000-0000-0000-0000-000000000000}"/>
          </ac:graphicFrameMkLst>
        </pc:graphicFrame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59"/>
            <ac:picMk id="3" creationId="{D42C50A1-1C70-42CC-802A-239BBF1F7974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59"/>
            <ac:inkMk id="2" creationId="{41EA10CA-E08A-478E-B2A2-08A337A5D366}"/>
          </ac:inkMkLst>
        </pc:inkChg>
      </pc:sldChg>
      <pc:sldChg chg="addSp modSp mod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0" sldId="460"/>
        </pc:sldMkLst>
        <pc:spChg chg="add mod">
          <ac:chgData name="Forrester, Jeffrey" userId="6ba1022f-7673-4f6a-9d05-fd2c9f8497c3" providerId="ADAL" clId="{7C419E3B-BEFA-43F9-89F5-73DC46A066FA}" dt="2021-04-26T16:52:04.220" v="1125" actId="1038"/>
          <ac:spMkLst>
            <pc:docMk/>
            <pc:sldMk cId="0" sldId="460"/>
            <ac:spMk id="2" creationId="{81191E89-AAAF-4C64-8711-5800E5871733}"/>
          </ac:spMkLst>
        </pc:spChg>
        <pc:spChg chg="mod">
          <ac:chgData name="Forrester, Jeffrey" userId="6ba1022f-7673-4f6a-9d05-fd2c9f8497c3" providerId="ADAL" clId="{7C419E3B-BEFA-43F9-89F5-73DC46A066FA}" dt="2021-04-25T22:00:29.381" v="40" actId="113"/>
          <ac:spMkLst>
            <pc:docMk/>
            <pc:sldMk cId="0" sldId="460"/>
            <ac:spMk id="7170" creationId="{00000000-0000-0000-0000-000000000000}"/>
          </ac:spMkLst>
        </pc:spChg>
        <pc:spChg chg="mod">
          <ac:chgData name="Forrester, Jeffrey" userId="6ba1022f-7673-4f6a-9d05-fd2c9f8497c3" providerId="ADAL" clId="{7C419E3B-BEFA-43F9-89F5-73DC46A066FA}" dt="2021-04-26T16:52:10.187" v="1133" actId="1035"/>
          <ac:spMkLst>
            <pc:docMk/>
            <pc:sldMk cId="0" sldId="460"/>
            <ac:spMk id="7171" creationId="{00000000-0000-0000-0000-000000000000}"/>
          </ac:spMkLst>
        </pc:spChg>
        <pc:graphicFrameChg chg="mod">
          <ac:chgData name="Forrester, Jeffrey" userId="6ba1022f-7673-4f6a-9d05-fd2c9f8497c3" providerId="ADAL" clId="{7C419E3B-BEFA-43F9-89F5-73DC46A066FA}" dt="2021-04-26T16:52:13.602" v="1142" actId="1035"/>
          <ac:graphicFrameMkLst>
            <pc:docMk/>
            <pc:sldMk cId="0" sldId="460"/>
            <ac:graphicFrameMk id="311335" creationId="{00000000-0000-0000-0000-000000000000}"/>
          </ac:graphicFrameMkLst>
        </pc:graphicFrame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60"/>
            <ac:picMk id="4" creationId="{01330D99-3AA6-40C2-A89A-339398B3C052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60"/>
            <ac:inkMk id="3" creationId="{D66D8958-1CD5-48DD-9379-95F6898E8259}"/>
          </ac:inkMkLst>
        </pc:inkChg>
      </pc:sldChg>
      <pc:sldChg chg="addSp modSp mod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0" sldId="461"/>
        </pc:sldMkLst>
        <pc:spChg chg="mod">
          <ac:chgData name="Forrester, Jeffrey" userId="6ba1022f-7673-4f6a-9d05-fd2c9f8497c3" providerId="ADAL" clId="{7C419E3B-BEFA-43F9-89F5-73DC46A066FA}" dt="2021-04-26T16:47:38.181" v="944" actId="6549"/>
          <ac:spMkLst>
            <pc:docMk/>
            <pc:sldMk cId="0" sldId="461"/>
            <ac:spMk id="2" creationId="{00000000-0000-0000-0000-000000000000}"/>
          </ac:spMkLst>
        </pc:spChg>
        <pc:spChg chg="add mod">
          <ac:chgData name="Forrester, Jeffrey" userId="6ba1022f-7673-4f6a-9d05-fd2c9f8497c3" providerId="ADAL" clId="{7C419E3B-BEFA-43F9-89F5-73DC46A066FA}" dt="2021-04-26T16:48:02.037" v="966" actId="1036"/>
          <ac:spMkLst>
            <pc:docMk/>
            <pc:sldMk cId="0" sldId="461"/>
            <ac:spMk id="3" creationId="{5E90E2BA-0B43-433A-A54F-C91F660F1F8A}"/>
          </ac:spMkLst>
        </pc:spChg>
        <pc:spChg chg="add mod">
          <ac:chgData name="Forrester, Jeffrey" userId="6ba1022f-7673-4f6a-9d05-fd2c9f8497c3" providerId="ADAL" clId="{7C419E3B-BEFA-43F9-89F5-73DC46A066FA}" dt="2021-04-26T16:48:00.073" v="963" actId="1035"/>
          <ac:spMkLst>
            <pc:docMk/>
            <pc:sldMk cId="0" sldId="461"/>
            <ac:spMk id="4" creationId="{3E393796-1748-4446-8A9C-5389C0A70B45}"/>
          </ac:spMkLst>
        </pc:spChg>
        <pc:spChg chg="add mod">
          <ac:chgData name="Forrester, Jeffrey" userId="6ba1022f-7673-4f6a-9d05-fd2c9f8497c3" providerId="ADAL" clId="{7C419E3B-BEFA-43F9-89F5-73DC46A066FA}" dt="2021-04-26T16:47:58.953" v="960" actId="1035"/>
          <ac:spMkLst>
            <pc:docMk/>
            <pc:sldMk cId="0" sldId="461"/>
            <ac:spMk id="5" creationId="{71C11916-CC21-4592-B705-FD974645F981}"/>
          </ac:spMkLst>
        </pc:spChg>
        <pc:spChg chg="mod">
          <ac:chgData name="Forrester, Jeffrey" userId="6ba1022f-7673-4f6a-9d05-fd2c9f8497c3" providerId="ADAL" clId="{7C419E3B-BEFA-43F9-89F5-73DC46A066FA}" dt="2021-04-25T22:00:35.463" v="41" actId="113"/>
          <ac:spMkLst>
            <pc:docMk/>
            <pc:sldMk cId="0" sldId="461"/>
            <ac:spMk id="2051" creationId="{00000000-0000-0000-0000-000000000000}"/>
          </ac:spMkLst>
        </pc:spChg>
        <pc:spChg chg="mod">
          <ac:chgData name="Forrester, Jeffrey" userId="6ba1022f-7673-4f6a-9d05-fd2c9f8497c3" providerId="ADAL" clId="{7C419E3B-BEFA-43F9-89F5-73DC46A066FA}" dt="2021-04-26T16:46:27.545" v="763" actId="6549"/>
          <ac:spMkLst>
            <pc:docMk/>
            <pc:sldMk cId="0" sldId="461"/>
            <ac:spMk id="2052" creationId="{00000000-0000-0000-0000-000000000000}"/>
          </ac:spMkLst>
        </pc:sp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61"/>
            <ac:picMk id="7" creationId="{C5C5B299-470D-411B-8BED-59436E66EE32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61"/>
            <ac:inkMk id="6" creationId="{B8ED59C2-0EA7-4287-B412-8DB3ED106F97}"/>
          </ac:inkMkLst>
        </pc:inkChg>
      </pc:sldChg>
      <pc:sldChg chg="addSp modSp mod modTransition">
        <pc:chgData name="Forrester, Jeffrey" userId="6ba1022f-7673-4f6a-9d05-fd2c9f8497c3" providerId="ADAL" clId="{7C419E3B-BEFA-43F9-89F5-73DC46A066FA}" dt="2021-04-26T19:05:41.198" v="2557"/>
        <pc:sldMkLst>
          <pc:docMk/>
          <pc:sldMk cId="0" sldId="463"/>
        </pc:sldMkLst>
        <pc:spChg chg="mod">
          <ac:chgData name="Forrester, Jeffrey" userId="6ba1022f-7673-4f6a-9d05-fd2c9f8497c3" providerId="ADAL" clId="{7C419E3B-BEFA-43F9-89F5-73DC46A066FA}" dt="2021-04-25T21:59:09.646" v="24" actId="113"/>
          <ac:spMkLst>
            <pc:docMk/>
            <pc:sldMk cId="0" sldId="463"/>
            <ac:spMk id="4099" creationId="{00000000-0000-0000-0000-000000000000}"/>
          </ac:spMkLst>
        </pc:spChg>
        <pc:graphicFrameChg chg="mod">
          <ac:chgData name="Forrester, Jeffrey" userId="6ba1022f-7673-4f6a-9d05-fd2c9f8497c3" providerId="ADAL" clId="{7C419E3B-BEFA-43F9-89F5-73DC46A066FA}" dt="2021-04-25T21:59:06.560" v="23" actId="1036"/>
          <ac:graphicFrameMkLst>
            <pc:docMk/>
            <pc:sldMk cId="0" sldId="463"/>
            <ac:graphicFrameMk id="6" creationId="{00000000-0000-0000-0000-000000000000}"/>
          </ac:graphicFrameMkLst>
        </pc:graphicFrame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63"/>
            <ac:picMk id="3" creationId="{3D492311-EE39-43D3-82C5-B382219E8DCC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63"/>
            <ac:inkMk id="2" creationId="{30C918D4-59F4-4A56-8E0B-104D01A359AE}"/>
          </ac:inkMkLst>
        </pc:inkChg>
      </pc:sldChg>
      <pc:sldChg chg="addSp modSp mod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0" sldId="465"/>
        </pc:sldMkLst>
        <pc:spChg chg="mod">
          <ac:chgData name="Forrester, Jeffrey" userId="6ba1022f-7673-4f6a-9d05-fd2c9f8497c3" providerId="ADAL" clId="{7C419E3B-BEFA-43F9-89F5-73DC46A066FA}" dt="2021-04-26T16:50:27.054" v="1045" actId="1035"/>
          <ac:spMkLst>
            <pc:docMk/>
            <pc:sldMk cId="0" sldId="465"/>
            <ac:spMk id="2" creationId="{00000000-0000-0000-0000-000000000000}"/>
          </ac:spMkLst>
        </pc:sp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65"/>
            <ac:picMk id="4" creationId="{081C64F1-753A-4A7A-8CCA-60A672DF755C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65"/>
            <ac:inkMk id="3" creationId="{E15533D3-ABD8-49EE-91AF-EE9ECE8BDC4D}"/>
          </ac:inkMkLst>
        </pc:inkChg>
      </pc:sldChg>
      <pc:sldChg chg="addSp modSp modTransition">
        <pc:chgData name="Forrester, Jeffrey" userId="6ba1022f-7673-4f6a-9d05-fd2c9f8497c3" providerId="ADAL" clId="{7C419E3B-BEFA-43F9-89F5-73DC46A066FA}" dt="2021-04-26T19:05:41.198" v="2557"/>
        <pc:sldMkLst>
          <pc:docMk/>
          <pc:sldMk cId="0" sldId="475"/>
        </pc:sldMkLst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75"/>
            <ac:picMk id="3" creationId="{9BCBCECF-D414-442B-B664-6972A987AA2E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75"/>
            <ac:inkMk id="2" creationId="{9E395D3F-7A18-4D3A-A964-8539E7D4A30B}"/>
          </ac:inkMkLst>
        </pc:inkChg>
      </pc:sldChg>
      <pc:sldChg chg="addSp modSp modTransition">
        <pc:chgData name="Forrester, Jeffrey" userId="6ba1022f-7673-4f6a-9d05-fd2c9f8497c3" providerId="ADAL" clId="{7C419E3B-BEFA-43F9-89F5-73DC46A066FA}" dt="2021-04-26T19:05:41.198" v="2557"/>
        <pc:sldMkLst>
          <pc:docMk/>
          <pc:sldMk cId="0" sldId="476"/>
        </pc:sldMkLst>
        <pc:spChg chg="mod">
          <ac:chgData name="Forrester, Jeffrey" userId="6ba1022f-7673-4f6a-9d05-fd2c9f8497c3" providerId="ADAL" clId="{7C419E3B-BEFA-43F9-89F5-73DC46A066FA}" dt="2021-04-25T21:59:57.811" v="33" actId="113"/>
          <ac:spMkLst>
            <pc:docMk/>
            <pc:sldMk cId="0" sldId="476"/>
            <ac:spMk id="5122" creationId="{00000000-0000-0000-0000-000000000000}"/>
          </ac:spMkLst>
        </pc:spChg>
        <pc:spChg chg="mod">
          <ac:chgData name="Forrester, Jeffrey" userId="6ba1022f-7673-4f6a-9d05-fd2c9f8497c3" providerId="ADAL" clId="{7C419E3B-BEFA-43F9-89F5-73DC46A066FA}" dt="2021-04-25T22:00:05.430" v="38" actId="1035"/>
          <ac:spMkLst>
            <pc:docMk/>
            <pc:sldMk cId="0" sldId="476"/>
            <ac:spMk id="5123" creationId="{00000000-0000-0000-0000-000000000000}"/>
          </ac:spMkLst>
        </pc:sp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76"/>
            <ac:picMk id="6" creationId="{4FA00696-431E-446A-A40C-33A972B80E6B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76"/>
            <ac:inkMk id="5" creationId="{2B707ED1-769B-443D-B8C3-6466CD8F2F0E}"/>
          </ac:inkMkLst>
        </pc:inkChg>
      </pc:sldChg>
      <pc:sldChg chg="addSp modSp mod modTransition">
        <pc:chgData name="Forrester, Jeffrey" userId="6ba1022f-7673-4f6a-9d05-fd2c9f8497c3" providerId="ADAL" clId="{7C419E3B-BEFA-43F9-89F5-73DC46A066FA}" dt="2021-04-26T19:06:17.467" v="2566" actId="115"/>
        <pc:sldMkLst>
          <pc:docMk/>
          <pc:sldMk cId="0" sldId="477"/>
        </pc:sldMkLst>
        <pc:spChg chg="mod">
          <ac:chgData name="Forrester, Jeffrey" userId="6ba1022f-7673-4f6a-9d05-fd2c9f8497c3" providerId="ADAL" clId="{7C419E3B-BEFA-43F9-89F5-73DC46A066FA}" dt="2021-04-25T21:59:53.413" v="32" actId="113"/>
          <ac:spMkLst>
            <pc:docMk/>
            <pc:sldMk cId="0" sldId="477"/>
            <ac:spMk id="1027" creationId="{00000000-0000-0000-0000-000000000000}"/>
          </ac:spMkLst>
        </pc:spChg>
        <pc:spChg chg="mod">
          <ac:chgData name="Forrester, Jeffrey" userId="6ba1022f-7673-4f6a-9d05-fd2c9f8497c3" providerId="ADAL" clId="{7C419E3B-BEFA-43F9-89F5-73DC46A066FA}" dt="2021-04-26T19:06:17.467" v="2566" actId="115"/>
          <ac:spMkLst>
            <pc:docMk/>
            <pc:sldMk cId="0" sldId="477"/>
            <ac:spMk id="1028" creationId="{00000000-0000-0000-0000-000000000000}"/>
          </ac:spMkLst>
        </pc:spChg>
        <pc:graphicFrameChg chg="mod">
          <ac:chgData name="Forrester, Jeffrey" userId="6ba1022f-7673-4f6a-9d05-fd2c9f8497c3" providerId="ADAL" clId="{7C419E3B-BEFA-43F9-89F5-73DC46A066FA}" dt="2021-04-26T19:05:59.200" v="2560"/>
          <ac:graphicFrameMkLst>
            <pc:docMk/>
            <pc:sldMk cId="0" sldId="477"/>
            <ac:graphicFrameMk id="3" creationId="{99D21E19-9787-45BF-9F60-42E28746E186}"/>
          </ac:graphicFrameMkLst>
        </pc:graphicFrame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77"/>
            <ac:picMk id="9" creationId="{C761CE14-E093-4D7C-A246-811E8EF9B1F4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77"/>
            <ac:inkMk id="2" creationId="{369455B8-E36A-46AD-AD43-C1A805F2F2B9}"/>
          </ac:inkMkLst>
        </pc:inkChg>
      </pc:sldChg>
      <pc:sldChg chg="addSp modSp modTransition">
        <pc:chgData name="Forrester, Jeffrey" userId="6ba1022f-7673-4f6a-9d05-fd2c9f8497c3" providerId="ADAL" clId="{7C419E3B-BEFA-43F9-89F5-73DC46A066FA}" dt="2021-04-26T19:05:41.198" v="2557"/>
        <pc:sldMkLst>
          <pc:docMk/>
          <pc:sldMk cId="0" sldId="478"/>
        </pc:sldMkLst>
        <pc:spChg chg="mod">
          <ac:chgData name="Forrester, Jeffrey" userId="6ba1022f-7673-4f6a-9d05-fd2c9f8497c3" providerId="ADAL" clId="{7C419E3B-BEFA-43F9-89F5-73DC46A066FA}" dt="2021-04-25T21:59:48.464" v="31" actId="113"/>
          <ac:spMkLst>
            <pc:docMk/>
            <pc:sldMk cId="0" sldId="478"/>
            <ac:spMk id="6146" creationId="{00000000-0000-0000-0000-000000000000}"/>
          </ac:spMkLst>
        </pc:sp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78"/>
            <ac:picMk id="3" creationId="{D5AC5CCF-C356-4741-B2E4-F41A67DA20C0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78"/>
            <ac:inkMk id="2" creationId="{29615977-6585-4C83-99FD-CCC3417ABBB4}"/>
          </ac:inkMkLst>
        </pc:inkChg>
      </pc:sldChg>
      <pc:sldChg chg="addSp modSp mod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0" sldId="488"/>
        </pc:sldMkLst>
        <pc:spChg chg="mod">
          <ac:chgData name="Forrester, Jeffrey" userId="6ba1022f-7673-4f6a-9d05-fd2c9f8497c3" providerId="ADAL" clId="{7C419E3B-BEFA-43F9-89F5-73DC46A066FA}" dt="2021-04-26T16:49:53.425" v="1038" actId="1035"/>
          <ac:spMkLst>
            <pc:docMk/>
            <pc:sldMk cId="0" sldId="488"/>
            <ac:spMk id="3075" creationId="{00000000-0000-0000-0000-000000000000}"/>
          </ac:spMkLst>
        </pc:spChg>
        <pc:spChg chg="mod">
          <ac:chgData name="Forrester, Jeffrey" userId="6ba1022f-7673-4f6a-9d05-fd2c9f8497c3" providerId="ADAL" clId="{7C419E3B-BEFA-43F9-89F5-73DC46A066FA}" dt="2021-04-26T16:49:57.825" v="1041" actId="1036"/>
          <ac:spMkLst>
            <pc:docMk/>
            <pc:sldMk cId="0" sldId="488"/>
            <ac:spMk id="3076" creationId="{00000000-0000-0000-0000-000000000000}"/>
          </ac:spMkLst>
        </pc:spChg>
        <pc:graphicFrameChg chg="add mod">
          <ac:chgData name="Forrester, Jeffrey" userId="6ba1022f-7673-4f6a-9d05-fd2c9f8497c3" providerId="ADAL" clId="{7C419E3B-BEFA-43F9-89F5-73DC46A066FA}" dt="2021-04-26T16:49:46.101" v="1033"/>
          <ac:graphicFrameMkLst>
            <pc:docMk/>
            <pc:sldMk cId="0" sldId="488"/>
            <ac:graphicFrameMk id="6" creationId="{D62F5B65-4F1F-42DA-B779-989A43C6DECB}"/>
          </ac:graphicFrameMkLst>
        </pc:graphicFrameChg>
        <pc:graphicFrameChg chg="mod">
          <ac:chgData name="Forrester, Jeffrey" userId="6ba1022f-7673-4f6a-9d05-fd2c9f8497c3" providerId="ADAL" clId="{7C419E3B-BEFA-43F9-89F5-73DC46A066FA}" dt="2021-04-26T16:49:31.505" v="988" actId="1037"/>
          <ac:graphicFrameMkLst>
            <pc:docMk/>
            <pc:sldMk cId="0" sldId="488"/>
            <ac:graphicFrameMk id="3074" creationId="{00000000-0000-0000-0000-000000000000}"/>
          </ac:graphicFrameMkLst>
        </pc:graphicFrameChg>
        <pc:graphicFrameChg chg="mod">
          <ac:chgData name="Forrester, Jeffrey" userId="6ba1022f-7673-4f6a-9d05-fd2c9f8497c3" providerId="ADAL" clId="{7C419E3B-BEFA-43F9-89F5-73DC46A066FA}" dt="2021-04-26T16:49:55.231" v="1040" actId="1035"/>
          <ac:graphicFrameMkLst>
            <pc:docMk/>
            <pc:sldMk cId="0" sldId="488"/>
            <ac:graphicFrameMk id="353283" creationId="{00000000-0000-0000-0000-000000000000}"/>
          </ac:graphicFrameMkLst>
        </pc:graphicFrame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0" sldId="488"/>
            <ac:picMk id="3" creationId="{F15DCDF6-D831-4F65-94B6-0AE23233DAE5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0" sldId="488"/>
            <ac:inkMk id="2" creationId="{12F9F7D7-8096-4E4D-9629-ADB5274C0D48}"/>
          </ac:inkMkLst>
        </pc:inkChg>
      </pc:sldChg>
      <pc:sldChg chg="del">
        <pc:chgData name="Forrester, Jeffrey" userId="6ba1022f-7673-4f6a-9d05-fd2c9f8497c3" providerId="ADAL" clId="{7C419E3B-BEFA-43F9-89F5-73DC46A066FA}" dt="2021-04-25T21:59:41.981" v="30" actId="47"/>
        <pc:sldMkLst>
          <pc:docMk/>
          <pc:sldMk cId="3534048103" sldId="489"/>
        </pc:sldMkLst>
      </pc:sldChg>
      <pc:sldChg chg="del">
        <pc:chgData name="Forrester, Jeffrey" userId="6ba1022f-7673-4f6a-9d05-fd2c9f8497c3" providerId="ADAL" clId="{7C419E3B-BEFA-43F9-89F5-73DC46A066FA}" dt="2021-04-25T21:59:39.128" v="29" actId="47"/>
        <pc:sldMkLst>
          <pc:docMk/>
          <pc:sldMk cId="1210354838" sldId="490"/>
        </pc:sldMkLst>
      </pc:sldChg>
      <pc:sldChg chg="del">
        <pc:chgData name="Forrester, Jeffrey" userId="6ba1022f-7673-4f6a-9d05-fd2c9f8497c3" providerId="ADAL" clId="{7C419E3B-BEFA-43F9-89F5-73DC46A066FA}" dt="2021-04-25T21:59:38.393" v="28" actId="47"/>
        <pc:sldMkLst>
          <pc:docMk/>
          <pc:sldMk cId="1377218695" sldId="491"/>
        </pc:sldMkLst>
      </pc:sldChg>
      <pc:sldChg chg="del">
        <pc:chgData name="Forrester, Jeffrey" userId="6ba1022f-7673-4f6a-9d05-fd2c9f8497c3" providerId="ADAL" clId="{7C419E3B-BEFA-43F9-89F5-73DC46A066FA}" dt="2021-04-25T21:59:33.191" v="25" actId="47"/>
        <pc:sldMkLst>
          <pc:docMk/>
          <pc:sldMk cId="3215257490" sldId="492"/>
        </pc:sldMkLst>
      </pc:sldChg>
      <pc:sldChg chg="del">
        <pc:chgData name="Forrester, Jeffrey" userId="6ba1022f-7673-4f6a-9d05-fd2c9f8497c3" providerId="ADAL" clId="{7C419E3B-BEFA-43F9-89F5-73DC46A066FA}" dt="2021-04-25T21:59:37.677" v="27" actId="47"/>
        <pc:sldMkLst>
          <pc:docMk/>
          <pc:sldMk cId="3936127529" sldId="493"/>
        </pc:sldMkLst>
      </pc:sldChg>
      <pc:sldChg chg="del">
        <pc:chgData name="Forrester, Jeffrey" userId="6ba1022f-7673-4f6a-9d05-fd2c9f8497c3" providerId="ADAL" clId="{7C419E3B-BEFA-43F9-89F5-73DC46A066FA}" dt="2021-04-25T21:59:34.570" v="26" actId="47"/>
        <pc:sldMkLst>
          <pc:docMk/>
          <pc:sldMk cId="4199552753" sldId="494"/>
        </pc:sldMkLst>
      </pc:sldChg>
      <pc:sldChg chg="addSp modSp mod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26250379" sldId="496"/>
        </pc:sldMkLst>
        <pc:spChg chg="mod">
          <ac:chgData name="Forrester, Jeffrey" userId="6ba1022f-7673-4f6a-9d05-fd2c9f8497c3" providerId="ADAL" clId="{7C419E3B-BEFA-43F9-89F5-73DC46A066FA}" dt="2021-04-26T15:43:28.817" v="672" actId="1036"/>
          <ac:spMkLst>
            <pc:docMk/>
            <pc:sldMk cId="26250379" sldId="496"/>
            <ac:spMk id="2" creationId="{00000000-0000-0000-0000-000000000000}"/>
          </ac:spMkLst>
        </pc:spChg>
        <pc:spChg chg="add mod">
          <ac:chgData name="Forrester, Jeffrey" userId="6ba1022f-7673-4f6a-9d05-fd2c9f8497c3" providerId="ADAL" clId="{7C419E3B-BEFA-43F9-89F5-73DC46A066FA}" dt="2021-04-26T15:38:16.154" v="399" actId="1037"/>
          <ac:spMkLst>
            <pc:docMk/>
            <pc:sldMk cId="26250379" sldId="496"/>
            <ac:spMk id="3" creationId="{7202EA40-527F-43F2-9C63-0B1ABE49E235}"/>
          </ac:spMkLst>
        </pc:spChg>
        <pc:spChg chg="mod">
          <ac:chgData name="Forrester, Jeffrey" userId="6ba1022f-7673-4f6a-9d05-fd2c9f8497c3" providerId="ADAL" clId="{7C419E3B-BEFA-43F9-89F5-73DC46A066FA}" dt="2021-04-26T15:41:54.909" v="570" actId="1076"/>
          <ac:spMkLst>
            <pc:docMk/>
            <pc:sldMk cId="26250379" sldId="496"/>
            <ac:spMk id="5" creationId="{00000000-0000-0000-0000-000000000000}"/>
          </ac:spMkLst>
        </pc:spChg>
        <pc:spChg chg="mod">
          <ac:chgData name="Forrester, Jeffrey" userId="6ba1022f-7673-4f6a-9d05-fd2c9f8497c3" providerId="ADAL" clId="{7C419E3B-BEFA-43F9-89F5-73DC46A066FA}" dt="2021-04-26T15:45:12.948" v="674" actId="164"/>
          <ac:spMkLst>
            <pc:docMk/>
            <pc:sldMk cId="26250379" sldId="496"/>
            <ac:spMk id="11" creationId="{00000000-0000-0000-0000-000000000000}"/>
          </ac:spMkLst>
        </pc:spChg>
        <pc:spChg chg="mod">
          <ac:chgData name="Forrester, Jeffrey" userId="6ba1022f-7673-4f6a-9d05-fd2c9f8497c3" providerId="ADAL" clId="{7C419E3B-BEFA-43F9-89F5-73DC46A066FA}" dt="2021-04-26T15:45:12.948" v="674" actId="164"/>
          <ac:spMkLst>
            <pc:docMk/>
            <pc:sldMk cId="26250379" sldId="496"/>
            <ac:spMk id="12" creationId="{00000000-0000-0000-0000-000000000000}"/>
          </ac:spMkLst>
        </pc:spChg>
        <pc:spChg chg="add mod">
          <ac:chgData name="Forrester, Jeffrey" userId="6ba1022f-7673-4f6a-9d05-fd2c9f8497c3" providerId="ADAL" clId="{7C419E3B-BEFA-43F9-89F5-73DC46A066FA}" dt="2021-04-26T15:42:42.762" v="639" actId="6549"/>
          <ac:spMkLst>
            <pc:docMk/>
            <pc:sldMk cId="26250379" sldId="496"/>
            <ac:spMk id="16" creationId="{72DE9A4F-B0B5-448F-896E-7038FA5BA21D}"/>
          </ac:spMkLst>
        </pc:spChg>
        <pc:spChg chg="add mod">
          <ac:chgData name="Forrester, Jeffrey" userId="6ba1022f-7673-4f6a-9d05-fd2c9f8497c3" providerId="ADAL" clId="{7C419E3B-BEFA-43F9-89F5-73DC46A066FA}" dt="2021-04-26T15:42:22.314" v="635" actId="6549"/>
          <ac:spMkLst>
            <pc:docMk/>
            <pc:sldMk cId="26250379" sldId="496"/>
            <ac:spMk id="17" creationId="{9EE8D1F4-AC8A-44C7-9073-4D0E0D99A1E5}"/>
          </ac:spMkLst>
        </pc:spChg>
        <pc:spChg chg="add mod">
          <ac:chgData name="Forrester, Jeffrey" userId="6ba1022f-7673-4f6a-9d05-fd2c9f8497c3" providerId="ADAL" clId="{7C419E3B-BEFA-43F9-89F5-73DC46A066FA}" dt="2021-04-26T15:42:26.540" v="637" actId="20577"/>
          <ac:spMkLst>
            <pc:docMk/>
            <pc:sldMk cId="26250379" sldId="496"/>
            <ac:spMk id="18" creationId="{7A5203E0-ABF0-4147-BBC7-EAE92CDC2D58}"/>
          </ac:spMkLst>
        </pc:spChg>
        <pc:spChg chg="add mod">
          <ac:chgData name="Forrester, Jeffrey" userId="6ba1022f-7673-4f6a-9d05-fd2c9f8497c3" providerId="ADAL" clId="{7C419E3B-BEFA-43F9-89F5-73DC46A066FA}" dt="2021-04-26T15:41:48.710" v="568" actId="1035"/>
          <ac:spMkLst>
            <pc:docMk/>
            <pc:sldMk cId="26250379" sldId="496"/>
            <ac:spMk id="19" creationId="{E51AE113-D045-4684-9835-D1162506531C}"/>
          </ac:spMkLst>
        </pc:spChg>
        <pc:spChg chg="add mod">
          <ac:chgData name="Forrester, Jeffrey" userId="6ba1022f-7673-4f6a-9d05-fd2c9f8497c3" providerId="ADAL" clId="{7C419E3B-BEFA-43F9-89F5-73DC46A066FA}" dt="2021-04-26T15:42:14.011" v="631" actId="20577"/>
          <ac:spMkLst>
            <pc:docMk/>
            <pc:sldMk cId="26250379" sldId="496"/>
            <ac:spMk id="20" creationId="{556B5AF1-E020-4FA2-89B7-7B106E25F000}"/>
          </ac:spMkLst>
        </pc:spChg>
        <pc:spChg chg="add mod">
          <ac:chgData name="Forrester, Jeffrey" userId="6ba1022f-7673-4f6a-9d05-fd2c9f8497c3" providerId="ADAL" clId="{7C419E3B-BEFA-43F9-89F5-73DC46A066FA}" dt="2021-04-26T15:42:19.318" v="633" actId="20577"/>
          <ac:spMkLst>
            <pc:docMk/>
            <pc:sldMk cId="26250379" sldId="496"/>
            <ac:spMk id="21" creationId="{49673F65-B35B-4C2D-934F-06B05C87DFA3}"/>
          </ac:spMkLst>
        </pc:spChg>
        <pc:spChg chg="add mod">
          <ac:chgData name="Forrester, Jeffrey" userId="6ba1022f-7673-4f6a-9d05-fd2c9f8497c3" providerId="ADAL" clId="{7C419E3B-BEFA-43F9-89F5-73DC46A066FA}" dt="2021-04-26T15:42:07.623" v="627" actId="1036"/>
          <ac:spMkLst>
            <pc:docMk/>
            <pc:sldMk cId="26250379" sldId="496"/>
            <ac:spMk id="22" creationId="{09B07114-F5A4-4827-AB0B-F42AC9DC3827}"/>
          </ac:spMkLst>
        </pc:spChg>
        <pc:spChg chg="add mod">
          <ac:chgData name="Forrester, Jeffrey" userId="6ba1022f-7673-4f6a-9d05-fd2c9f8497c3" providerId="ADAL" clId="{7C419E3B-BEFA-43F9-89F5-73DC46A066FA}" dt="2021-04-26T15:42:10.372" v="629" actId="6549"/>
          <ac:spMkLst>
            <pc:docMk/>
            <pc:sldMk cId="26250379" sldId="496"/>
            <ac:spMk id="23" creationId="{2CF7C0F7-D5A0-4BF4-AC42-18E57504D659}"/>
          </ac:spMkLst>
        </pc:spChg>
        <pc:grpChg chg="add mod">
          <ac:chgData name="Forrester, Jeffrey" userId="6ba1022f-7673-4f6a-9d05-fd2c9f8497c3" providerId="ADAL" clId="{7C419E3B-BEFA-43F9-89F5-73DC46A066FA}" dt="2021-04-26T15:45:12.948" v="674" actId="164"/>
          <ac:grpSpMkLst>
            <pc:docMk/>
            <pc:sldMk cId="26250379" sldId="496"/>
            <ac:grpSpMk id="4" creationId="{FFAA2958-A5BF-4A04-B846-66C1E8706DC2}"/>
          </ac:grpSpMkLst>
        </pc:grpChg>
        <pc:graphicFrameChg chg="mod modGraphic">
          <ac:chgData name="Forrester, Jeffrey" userId="6ba1022f-7673-4f6a-9d05-fd2c9f8497c3" providerId="ADAL" clId="{7C419E3B-BEFA-43F9-89F5-73DC46A066FA}" dt="2021-04-25T22:02:40.452" v="75" actId="1035"/>
          <ac:graphicFrameMkLst>
            <pc:docMk/>
            <pc:sldMk cId="26250379" sldId="496"/>
            <ac:graphicFrameMk id="6" creationId="{00000000-0000-0000-0000-000000000000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5:38:12.156" v="395" actId="1036"/>
          <ac:graphicFrameMkLst>
            <pc:docMk/>
            <pc:sldMk cId="26250379" sldId="496"/>
            <ac:graphicFrameMk id="10" creationId="{1308438C-A7B4-49FD-AD46-6DF77374CD62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5:38:31.034" v="403"/>
          <ac:graphicFrameMkLst>
            <pc:docMk/>
            <pc:sldMk cId="26250379" sldId="496"/>
            <ac:graphicFrameMk id="13" creationId="{E4503A84-BE8E-4B65-9205-A78182894779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5:38:39.607" v="408"/>
          <ac:graphicFrameMkLst>
            <pc:docMk/>
            <pc:sldMk cId="26250379" sldId="496"/>
            <ac:graphicFrameMk id="14" creationId="{16EA2196-2D56-4473-91EB-C834EFB1ABA6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5:38:34.982" v="406"/>
          <ac:graphicFrameMkLst>
            <pc:docMk/>
            <pc:sldMk cId="26250379" sldId="496"/>
            <ac:graphicFrameMk id="15" creationId="{51256142-DA7E-40B7-A1A7-D21E76BECE77}"/>
          </ac:graphicFrameMkLst>
        </pc:graphicFrame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26250379" sldId="496"/>
            <ac:picMk id="24" creationId="{BEC47990-873B-473C-9EBB-6C17D2C2E355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26250379" sldId="496"/>
            <ac:inkMk id="7" creationId="{6FE544BE-5AAF-443B-B40A-65A762346AC5}"/>
          </ac:inkMkLst>
        </pc:inkChg>
        <pc:cxnChg chg="mod">
          <ac:chgData name="Forrester, Jeffrey" userId="6ba1022f-7673-4f6a-9d05-fd2c9f8497c3" providerId="ADAL" clId="{7C419E3B-BEFA-43F9-89F5-73DC46A066FA}" dt="2021-04-26T15:45:12.948" v="674" actId="164"/>
          <ac:cxnSpMkLst>
            <pc:docMk/>
            <pc:sldMk cId="26250379" sldId="496"/>
            <ac:cxnSpMk id="8" creationId="{00000000-0000-0000-0000-000000000000}"/>
          </ac:cxnSpMkLst>
        </pc:cxnChg>
        <pc:cxnChg chg="mod">
          <ac:chgData name="Forrester, Jeffrey" userId="6ba1022f-7673-4f6a-9d05-fd2c9f8497c3" providerId="ADAL" clId="{7C419E3B-BEFA-43F9-89F5-73DC46A066FA}" dt="2021-04-26T15:45:12.948" v="674" actId="164"/>
          <ac:cxnSpMkLst>
            <pc:docMk/>
            <pc:sldMk cId="26250379" sldId="496"/>
            <ac:cxnSpMk id="9" creationId="{00000000-0000-0000-0000-000000000000}"/>
          </ac:cxnSpMkLst>
        </pc:cxnChg>
      </pc:sldChg>
      <pc:sldChg chg="addSp modSp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1585037941" sldId="497"/>
        </pc:sldMkLst>
        <pc:spChg chg="mod">
          <ac:chgData name="Forrester, Jeffrey" userId="6ba1022f-7673-4f6a-9d05-fd2c9f8497c3" providerId="ADAL" clId="{7C419E3B-BEFA-43F9-89F5-73DC46A066FA}" dt="2021-04-25T21:58:46.693" v="2" actId="113"/>
          <ac:spMkLst>
            <pc:docMk/>
            <pc:sldMk cId="1585037941" sldId="497"/>
            <ac:spMk id="2" creationId="{00000000-0000-0000-0000-000000000000}"/>
          </ac:spMkLst>
        </pc:sp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1585037941" sldId="497"/>
            <ac:picMk id="4" creationId="{EC6AE32F-E0DD-4B6B-8A56-57BEEC15054D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1585037941" sldId="497"/>
            <ac:inkMk id="3" creationId="{843F646C-D620-48FF-AAD8-1157A59F091C}"/>
          </ac:inkMkLst>
        </pc:inkChg>
      </pc:sldChg>
      <pc:sldChg chg="addSp modSp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983608694" sldId="498"/>
        </pc:sldMkLst>
        <pc:spChg chg="mod">
          <ac:chgData name="Forrester, Jeffrey" userId="6ba1022f-7673-4f6a-9d05-fd2c9f8497c3" providerId="ADAL" clId="{7C419E3B-BEFA-43F9-89F5-73DC46A066FA}" dt="2021-04-25T22:01:34.558" v="65" actId="1037"/>
          <ac:spMkLst>
            <pc:docMk/>
            <pc:sldMk cId="983608694" sldId="498"/>
            <ac:spMk id="5" creationId="{00000000-0000-0000-0000-000000000000}"/>
          </ac:spMkLst>
        </pc:sp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983608694" sldId="498"/>
            <ac:picMk id="3" creationId="{1352E600-D6F6-4B64-BD87-CB53CF43A6E7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983608694" sldId="498"/>
            <ac:inkMk id="2" creationId="{1A28E09A-3E08-476D-B4B6-E5875147AC9B}"/>
          </ac:inkMkLst>
        </pc:inkChg>
      </pc:sldChg>
      <pc:sldChg chg="del ord">
        <pc:chgData name="Forrester, Jeffrey" userId="6ba1022f-7673-4f6a-9d05-fd2c9f8497c3" providerId="ADAL" clId="{7C419E3B-BEFA-43F9-89F5-73DC46A066FA}" dt="2021-04-25T22:01:49.507" v="68" actId="47"/>
        <pc:sldMkLst>
          <pc:docMk/>
          <pc:sldMk cId="977303821" sldId="499"/>
        </pc:sldMkLst>
      </pc:sldChg>
      <pc:sldChg chg="addSp delSp modSp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1520769384" sldId="505"/>
        </pc:sldMkLst>
        <pc:picChg chg="add del mod">
          <ac:chgData name="Forrester, Jeffrey" userId="6ba1022f-7673-4f6a-9d05-fd2c9f8497c3" providerId="ADAL" clId="{7C419E3B-BEFA-43F9-89F5-73DC46A066FA}" dt="2021-04-26T18:28:52.466" v="2538"/>
          <ac:picMkLst>
            <pc:docMk/>
            <pc:sldMk cId="1520769384" sldId="505"/>
            <ac:picMk id="2" creationId="{A391B79A-1881-417E-A3F0-4ACB5FA4B9B9}"/>
          </ac:picMkLst>
        </pc:pic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1520769384" sldId="505"/>
            <ac:picMk id="3" creationId="{FDFF721D-4D00-416E-8B3B-F9758CFE7D2B}"/>
          </ac:picMkLst>
        </pc:picChg>
      </pc:sldChg>
      <pc:sldChg chg="addSp delSp modSp new mod modTransition modAnim">
        <pc:chgData name="Forrester, Jeffrey" userId="6ba1022f-7673-4f6a-9d05-fd2c9f8497c3" providerId="ADAL" clId="{7C419E3B-BEFA-43F9-89F5-73DC46A066FA}" dt="2021-04-26T19:05:41.198" v="2557"/>
        <pc:sldMkLst>
          <pc:docMk/>
          <pc:sldMk cId="3873557939" sldId="506"/>
        </pc:sldMkLst>
        <pc:spChg chg="add mod">
          <ac:chgData name="Forrester, Jeffrey" userId="6ba1022f-7673-4f6a-9d05-fd2c9f8497c3" providerId="ADAL" clId="{7C419E3B-BEFA-43F9-89F5-73DC46A066FA}" dt="2021-04-26T17:27:37.456" v="2164" actId="1036"/>
          <ac:spMkLst>
            <pc:docMk/>
            <pc:sldMk cId="3873557939" sldId="506"/>
            <ac:spMk id="2" creationId="{1125E0A5-F9A9-4EFF-88A3-A3770753F3DC}"/>
          </ac:spMkLst>
        </pc:spChg>
        <pc:spChg chg="add mod">
          <ac:chgData name="Forrester, Jeffrey" userId="6ba1022f-7673-4f6a-9d05-fd2c9f8497c3" providerId="ADAL" clId="{7C419E3B-BEFA-43F9-89F5-73DC46A066FA}" dt="2021-04-26T17:34:51.104" v="2498" actId="1036"/>
          <ac:spMkLst>
            <pc:docMk/>
            <pc:sldMk cId="3873557939" sldId="506"/>
            <ac:spMk id="3" creationId="{4EEB061B-BD66-45AE-B51F-18459673CE35}"/>
          </ac:spMkLst>
        </pc:spChg>
        <pc:spChg chg="add mod">
          <ac:chgData name="Forrester, Jeffrey" userId="6ba1022f-7673-4f6a-9d05-fd2c9f8497c3" providerId="ADAL" clId="{7C419E3B-BEFA-43F9-89F5-73DC46A066FA}" dt="2021-04-26T17:34:51.104" v="2498" actId="1036"/>
          <ac:spMkLst>
            <pc:docMk/>
            <pc:sldMk cId="3873557939" sldId="506"/>
            <ac:spMk id="4" creationId="{88965F57-78A9-4251-B077-EA8E772C8186}"/>
          </ac:spMkLst>
        </pc:spChg>
        <pc:spChg chg="add del mod">
          <ac:chgData name="Forrester, Jeffrey" userId="6ba1022f-7673-4f6a-9d05-fd2c9f8497c3" providerId="ADAL" clId="{7C419E3B-BEFA-43F9-89F5-73DC46A066FA}" dt="2021-04-26T17:23:42.212" v="1880" actId="478"/>
          <ac:spMkLst>
            <pc:docMk/>
            <pc:sldMk cId="3873557939" sldId="506"/>
            <ac:spMk id="6" creationId="{EBF57D34-82ED-44DF-9A22-1594B3500955}"/>
          </ac:spMkLst>
        </pc:spChg>
        <pc:spChg chg="add mod">
          <ac:chgData name="Forrester, Jeffrey" userId="6ba1022f-7673-4f6a-9d05-fd2c9f8497c3" providerId="ADAL" clId="{7C419E3B-BEFA-43F9-89F5-73DC46A066FA}" dt="2021-04-26T17:34:51.104" v="2498" actId="1036"/>
          <ac:spMkLst>
            <pc:docMk/>
            <pc:sldMk cId="3873557939" sldId="506"/>
            <ac:spMk id="11" creationId="{3C00D8A1-074E-4A2E-B657-80963E3C57E0}"/>
          </ac:spMkLst>
        </pc:spChg>
        <pc:graphicFrameChg chg="add mod modGraphic">
          <ac:chgData name="Forrester, Jeffrey" userId="6ba1022f-7673-4f6a-9d05-fd2c9f8497c3" providerId="ADAL" clId="{7C419E3B-BEFA-43F9-89F5-73DC46A066FA}" dt="2021-04-26T17:34:51.104" v="2498" actId="1036"/>
          <ac:graphicFrameMkLst>
            <pc:docMk/>
            <pc:sldMk cId="3873557939" sldId="506"/>
            <ac:graphicFrameMk id="5" creationId="{3F6A97AE-05F3-45E9-A03F-463E99261616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7:34:51.104" v="2498" actId="1036"/>
          <ac:graphicFrameMkLst>
            <pc:docMk/>
            <pc:sldMk cId="3873557939" sldId="506"/>
            <ac:graphicFrameMk id="7" creationId="{3169EE17-2EDB-4383-BF6E-EE90BAE4EBC3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7:34:51.104" v="2498" actId="1036"/>
          <ac:graphicFrameMkLst>
            <pc:docMk/>
            <pc:sldMk cId="3873557939" sldId="506"/>
            <ac:graphicFrameMk id="8" creationId="{BC1A4E70-7225-4566-A046-A125F545797B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8:29:30.231" v="2556" actId="1038"/>
          <ac:graphicFrameMkLst>
            <pc:docMk/>
            <pc:sldMk cId="3873557939" sldId="506"/>
            <ac:graphicFrameMk id="9" creationId="{949C20C1-C1C7-4D93-BF56-DF63ED66A29D}"/>
          </ac:graphicFrameMkLst>
        </pc:graphicFrameChg>
        <pc:graphicFrameChg chg="add mod">
          <ac:chgData name="Forrester, Jeffrey" userId="6ba1022f-7673-4f6a-9d05-fd2c9f8497c3" providerId="ADAL" clId="{7C419E3B-BEFA-43F9-89F5-73DC46A066FA}" dt="2021-04-26T18:29:21.333" v="2541"/>
          <ac:graphicFrameMkLst>
            <pc:docMk/>
            <pc:sldMk cId="3873557939" sldId="506"/>
            <ac:graphicFrameMk id="10" creationId="{21BC10B3-E388-4831-87E6-5D7DD543C9EF}"/>
          </ac:graphicFrameMkLst>
        </pc:graphicFrameChg>
        <pc:picChg chg="add mod">
          <ac:chgData name="Forrester, Jeffrey" userId="6ba1022f-7673-4f6a-9d05-fd2c9f8497c3" providerId="ADAL" clId="{7C419E3B-BEFA-43F9-89F5-73DC46A066FA}" dt="2021-04-26T19:05:41.198" v="2557"/>
          <ac:picMkLst>
            <pc:docMk/>
            <pc:sldMk cId="3873557939" sldId="506"/>
            <ac:picMk id="13" creationId="{96CDD542-1EA7-48F2-B6CF-784ED5F71BE5}"/>
          </ac:picMkLst>
        </pc:picChg>
        <pc:inkChg chg="add">
          <ac:chgData name="Forrester, Jeffrey" userId="6ba1022f-7673-4f6a-9d05-fd2c9f8497c3" providerId="ADAL" clId="{7C419E3B-BEFA-43F9-89F5-73DC46A066FA}" dt="2021-04-26T19:05:41.198" v="2557"/>
          <ac:inkMkLst>
            <pc:docMk/>
            <pc:sldMk cId="3873557939" sldId="506"/>
            <ac:inkMk id="12" creationId="{1331B79B-A889-47BD-A394-7FFBC21F3984}"/>
          </ac:inkMkLst>
        </pc:inkChg>
      </pc:sldChg>
      <pc:sldMasterChg chg="modAnim delSldLayout modSldLayout">
        <pc:chgData name="Forrester, Jeffrey" userId="6ba1022f-7673-4f6a-9d05-fd2c9f8497c3" providerId="ADAL" clId="{7C419E3B-BEFA-43F9-89F5-73DC46A066FA}" dt="2021-04-26T16:45:16.393" v="705"/>
        <pc:sldMasterMkLst>
          <pc:docMk/>
          <pc:sldMasterMk cId="0" sldId="2147483648"/>
        </pc:sldMasterMkLst>
        <pc:sldLayoutChg chg="modAnim">
          <pc:chgData name="Forrester, Jeffrey" userId="6ba1022f-7673-4f6a-9d05-fd2c9f8497c3" providerId="ADAL" clId="{7C419E3B-BEFA-43F9-89F5-73DC46A066FA}" dt="2021-04-26T16:44:01.745" v="702"/>
          <pc:sldLayoutMkLst>
            <pc:docMk/>
            <pc:sldMasterMk cId="0" sldId="2147483648"/>
            <pc:sldLayoutMk cId="973063261" sldId="2147483652"/>
          </pc:sldLayoutMkLst>
        </pc:sldLayoutChg>
        <pc:sldLayoutChg chg="modAnim">
          <pc:chgData name="Forrester, Jeffrey" userId="6ba1022f-7673-4f6a-9d05-fd2c9f8497c3" providerId="ADAL" clId="{7C419E3B-BEFA-43F9-89F5-73DC46A066FA}" dt="2021-04-26T16:44:38.561" v="704"/>
          <pc:sldLayoutMkLst>
            <pc:docMk/>
            <pc:sldMasterMk cId="0" sldId="2147483648"/>
            <pc:sldLayoutMk cId="434233492" sldId="2147483660"/>
          </pc:sldLayoutMkLst>
        </pc:sldLayoutChg>
        <pc:sldLayoutChg chg="del">
          <pc:chgData name="Forrester, Jeffrey" userId="6ba1022f-7673-4f6a-9d05-fd2c9f8497c3" providerId="ADAL" clId="{7C419E3B-BEFA-43F9-89F5-73DC46A066FA}" dt="2021-04-25T21:59:41.981" v="30" actId="47"/>
          <pc:sldLayoutMkLst>
            <pc:docMk/>
            <pc:sldMasterMk cId="0" sldId="2147483648"/>
            <pc:sldLayoutMk cId="2283550303" sldId="2147483661"/>
          </pc:sldLayoutMkLst>
        </pc:sldLayoutChg>
      </pc:sldMasterChg>
    </pc:docChg>
  </pc:docChgLst>
  <pc:docChgLst>
    <pc:chgData name="Forrester, Jeffrey" userId="6ba1022f-7673-4f6a-9d05-fd2c9f8497c3" providerId="ADAL" clId="{3AE8C3CC-61D7-4F3F-8F06-17E58C50452B}"/>
    <pc:docChg chg="modSld">
      <pc:chgData name="Forrester, Jeffrey" userId="6ba1022f-7673-4f6a-9d05-fd2c9f8497c3" providerId="ADAL" clId="{3AE8C3CC-61D7-4F3F-8F06-17E58C50452B}" dt="2021-07-28T20:30:46.111" v="61" actId="1036"/>
      <pc:docMkLst>
        <pc:docMk/>
      </pc:docMkLst>
      <pc:sldChg chg="delSp modSp mod modAnim">
        <pc:chgData name="Forrester, Jeffrey" userId="6ba1022f-7673-4f6a-9d05-fd2c9f8497c3" providerId="ADAL" clId="{3AE8C3CC-61D7-4F3F-8F06-17E58C50452B}" dt="2021-07-28T19:55:42.560" v="6" actId="6549"/>
        <pc:sldMkLst>
          <pc:docMk/>
          <pc:sldMk cId="0" sldId="458"/>
        </pc:sldMkLst>
        <pc:spChg chg="mod">
          <ac:chgData name="Forrester, Jeffrey" userId="6ba1022f-7673-4f6a-9d05-fd2c9f8497c3" providerId="ADAL" clId="{3AE8C3CC-61D7-4F3F-8F06-17E58C50452B}" dt="2021-07-28T19:55:42.560" v="6" actId="6549"/>
          <ac:spMkLst>
            <pc:docMk/>
            <pc:sldMk cId="0" sldId="458"/>
            <ac:spMk id="6" creationId="{453A5818-610F-4527-8CFD-A3C677AD0845}"/>
          </ac:spMkLst>
        </pc:spChg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0" sldId="458"/>
            <ac:picMk id="5" creationId="{F1740CA9-B9D9-44DC-B6DD-314231DBB4D1}"/>
          </ac:picMkLst>
        </pc:picChg>
        <pc:inkChg chg="del">
          <ac:chgData name="Forrester, Jeffrey" userId="6ba1022f-7673-4f6a-9d05-fd2c9f8497c3" providerId="ADAL" clId="{3AE8C3CC-61D7-4F3F-8F06-17E58C50452B}" dt="2021-07-28T19:55:21.976" v="0"/>
          <ac:inkMkLst>
            <pc:docMk/>
            <pc:sldMk cId="0" sldId="458"/>
            <ac:inkMk id="3" creationId="{E69CDBDF-1872-49F3-83E0-7A4CF2A13C50}"/>
          </ac:inkMkLst>
        </pc:inkChg>
      </pc:sldChg>
      <pc:sldChg chg="delSp modAnim">
        <pc:chgData name="Forrester, Jeffrey" userId="6ba1022f-7673-4f6a-9d05-fd2c9f8497c3" providerId="ADAL" clId="{3AE8C3CC-61D7-4F3F-8F06-17E58C50452B}" dt="2021-07-28T19:55:21.976" v="0"/>
        <pc:sldMkLst>
          <pc:docMk/>
          <pc:sldMk cId="1520769384" sldId="505"/>
        </pc:sldMkLst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1520769384" sldId="505"/>
            <ac:picMk id="4" creationId="{971FE83A-E224-45B6-93D8-4870EA46573B}"/>
          </ac:picMkLst>
        </pc:picChg>
      </pc:sldChg>
      <pc:sldChg chg="delSp modSp mod modAnim">
        <pc:chgData name="Forrester, Jeffrey" userId="6ba1022f-7673-4f6a-9d05-fd2c9f8497c3" providerId="ADAL" clId="{3AE8C3CC-61D7-4F3F-8F06-17E58C50452B}" dt="2021-07-28T20:26:37.066" v="10" actId="1038"/>
        <pc:sldMkLst>
          <pc:docMk/>
          <pc:sldMk cId="1715239755" sldId="507"/>
        </pc:sldMkLst>
        <pc:graphicFrameChg chg="mod">
          <ac:chgData name="Forrester, Jeffrey" userId="6ba1022f-7673-4f6a-9d05-fd2c9f8497c3" providerId="ADAL" clId="{3AE8C3CC-61D7-4F3F-8F06-17E58C50452B}" dt="2021-07-28T20:26:37.066" v="10" actId="1038"/>
          <ac:graphicFrameMkLst>
            <pc:docMk/>
            <pc:sldMk cId="1715239755" sldId="507"/>
            <ac:graphicFrameMk id="5" creationId="{7220EA44-C70F-43D1-A868-E1792D3C911B}"/>
          </ac:graphicFrameMkLst>
        </pc:graphicFrameChg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1715239755" sldId="507"/>
            <ac:picMk id="12" creationId="{58ACD094-231E-455E-A6DA-9F474505D30D}"/>
          </ac:picMkLst>
        </pc:picChg>
        <pc:inkChg chg="del">
          <ac:chgData name="Forrester, Jeffrey" userId="6ba1022f-7673-4f6a-9d05-fd2c9f8497c3" providerId="ADAL" clId="{3AE8C3CC-61D7-4F3F-8F06-17E58C50452B}" dt="2021-07-28T19:55:21.976" v="0"/>
          <ac:inkMkLst>
            <pc:docMk/>
            <pc:sldMk cId="1715239755" sldId="507"/>
            <ac:inkMk id="11" creationId="{3CE9BF4F-8778-49F5-97C2-10AAD23B1802}"/>
          </ac:inkMkLst>
        </pc:inkChg>
      </pc:sldChg>
      <pc:sldChg chg="delSp modSp mod modAnim">
        <pc:chgData name="Forrester, Jeffrey" userId="6ba1022f-7673-4f6a-9d05-fd2c9f8497c3" providerId="ADAL" clId="{3AE8C3CC-61D7-4F3F-8F06-17E58C50452B}" dt="2021-07-28T20:27:13.640" v="13" actId="1035"/>
        <pc:sldMkLst>
          <pc:docMk/>
          <pc:sldMk cId="1150871582" sldId="508"/>
        </pc:sldMkLst>
        <pc:spChg chg="mod">
          <ac:chgData name="Forrester, Jeffrey" userId="6ba1022f-7673-4f6a-9d05-fd2c9f8497c3" providerId="ADAL" clId="{3AE8C3CC-61D7-4F3F-8F06-17E58C50452B}" dt="2021-07-28T20:27:13.640" v="13" actId="1035"/>
          <ac:spMkLst>
            <pc:docMk/>
            <pc:sldMk cId="1150871582" sldId="508"/>
            <ac:spMk id="9" creationId="{F2AEAE45-0AEB-4205-A2E2-808F6943BE3F}"/>
          </ac:spMkLst>
        </pc:spChg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1150871582" sldId="508"/>
            <ac:picMk id="3" creationId="{008E4EE4-B6A3-46CB-9490-53DB153D3CE3}"/>
          </ac:picMkLst>
        </pc:picChg>
        <pc:picChg chg="mod">
          <ac:chgData name="Forrester, Jeffrey" userId="6ba1022f-7673-4f6a-9d05-fd2c9f8497c3" providerId="ADAL" clId="{3AE8C3CC-61D7-4F3F-8F06-17E58C50452B}" dt="2021-07-28T20:27:13.640" v="13" actId="1035"/>
          <ac:picMkLst>
            <pc:docMk/>
            <pc:sldMk cId="1150871582" sldId="508"/>
            <ac:picMk id="8" creationId="{D7726353-566A-49CC-845A-F7F79EA6627E}"/>
          </ac:picMkLst>
        </pc:picChg>
        <pc:inkChg chg="del">
          <ac:chgData name="Forrester, Jeffrey" userId="6ba1022f-7673-4f6a-9d05-fd2c9f8497c3" providerId="ADAL" clId="{3AE8C3CC-61D7-4F3F-8F06-17E58C50452B}" dt="2021-07-28T19:55:21.976" v="0"/>
          <ac:inkMkLst>
            <pc:docMk/>
            <pc:sldMk cId="1150871582" sldId="508"/>
            <ac:inkMk id="2" creationId="{A832406A-B16C-406A-A81D-FD1F75E25BC3}"/>
          </ac:inkMkLst>
        </pc:inkChg>
      </pc:sldChg>
      <pc:sldChg chg="delSp modSp modAnim">
        <pc:chgData name="Forrester, Jeffrey" userId="6ba1022f-7673-4f6a-9d05-fd2c9f8497c3" providerId="ADAL" clId="{3AE8C3CC-61D7-4F3F-8F06-17E58C50452B}" dt="2021-07-28T20:27:35.599" v="15" actId="1035"/>
        <pc:sldMkLst>
          <pc:docMk/>
          <pc:sldMk cId="1245577193" sldId="509"/>
        </pc:sldMkLst>
        <pc:spChg chg="mod">
          <ac:chgData name="Forrester, Jeffrey" userId="6ba1022f-7673-4f6a-9d05-fd2c9f8497c3" providerId="ADAL" clId="{3AE8C3CC-61D7-4F3F-8F06-17E58C50452B}" dt="2021-07-28T20:27:33.598" v="14" actId="1035"/>
          <ac:spMkLst>
            <pc:docMk/>
            <pc:sldMk cId="1245577193" sldId="509"/>
            <ac:spMk id="16" creationId="{0C9A2DE1-4E37-40D6-B40D-7FDE3F4D9AE8}"/>
          </ac:spMkLst>
        </pc:spChg>
        <pc:spChg chg="mod">
          <ac:chgData name="Forrester, Jeffrey" userId="6ba1022f-7673-4f6a-9d05-fd2c9f8497c3" providerId="ADAL" clId="{3AE8C3CC-61D7-4F3F-8F06-17E58C50452B}" dt="2021-07-28T20:27:35.599" v="15" actId="1035"/>
          <ac:spMkLst>
            <pc:docMk/>
            <pc:sldMk cId="1245577193" sldId="509"/>
            <ac:spMk id="18" creationId="{B5B916A6-FC0F-4999-9C6A-0DF11CF99B7A}"/>
          </ac:spMkLst>
        </pc:spChg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1245577193" sldId="509"/>
            <ac:picMk id="9" creationId="{5618AADB-B13B-4E17-B3D2-108B156962FE}"/>
          </ac:picMkLst>
        </pc:picChg>
        <pc:inkChg chg="del">
          <ac:chgData name="Forrester, Jeffrey" userId="6ba1022f-7673-4f6a-9d05-fd2c9f8497c3" providerId="ADAL" clId="{3AE8C3CC-61D7-4F3F-8F06-17E58C50452B}" dt="2021-07-28T19:55:21.976" v="0"/>
          <ac:inkMkLst>
            <pc:docMk/>
            <pc:sldMk cId="1245577193" sldId="509"/>
            <ac:inkMk id="5" creationId="{B35B4F19-766D-4197-838E-12EE414D59FD}"/>
          </ac:inkMkLst>
        </pc:inkChg>
      </pc:sldChg>
      <pc:sldChg chg="delSp modSp modAnim">
        <pc:chgData name="Forrester, Jeffrey" userId="6ba1022f-7673-4f6a-9d05-fd2c9f8497c3" providerId="ADAL" clId="{3AE8C3CC-61D7-4F3F-8F06-17E58C50452B}" dt="2021-07-28T20:28:05.895" v="16" actId="1035"/>
        <pc:sldMkLst>
          <pc:docMk/>
          <pc:sldMk cId="1175124440" sldId="510"/>
        </pc:sldMkLst>
        <pc:spChg chg="mod">
          <ac:chgData name="Forrester, Jeffrey" userId="6ba1022f-7673-4f6a-9d05-fd2c9f8497c3" providerId="ADAL" clId="{3AE8C3CC-61D7-4F3F-8F06-17E58C50452B}" dt="2021-07-28T20:28:05.895" v="16" actId="1035"/>
          <ac:spMkLst>
            <pc:docMk/>
            <pc:sldMk cId="1175124440" sldId="510"/>
            <ac:spMk id="4" creationId="{35681BA6-F721-4DD5-982C-1BA7CB41AB20}"/>
          </ac:spMkLst>
        </pc:spChg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1175124440" sldId="510"/>
            <ac:picMk id="11" creationId="{58B3EA69-5D45-423F-850F-46C7391E0231}"/>
          </ac:picMkLst>
        </pc:picChg>
        <pc:inkChg chg="del">
          <ac:chgData name="Forrester, Jeffrey" userId="6ba1022f-7673-4f6a-9d05-fd2c9f8497c3" providerId="ADAL" clId="{3AE8C3CC-61D7-4F3F-8F06-17E58C50452B}" dt="2021-07-28T19:55:21.976" v="0"/>
          <ac:inkMkLst>
            <pc:docMk/>
            <pc:sldMk cId="1175124440" sldId="510"/>
            <ac:inkMk id="5" creationId="{C9D08A98-8DD7-4267-8492-7D61036E6241}"/>
          </ac:inkMkLst>
        </pc:inkChg>
      </pc:sldChg>
      <pc:sldChg chg="delSp modSp modAnim">
        <pc:chgData name="Forrester, Jeffrey" userId="6ba1022f-7673-4f6a-9d05-fd2c9f8497c3" providerId="ADAL" clId="{3AE8C3CC-61D7-4F3F-8F06-17E58C50452B}" dt="2021-07-28T20:29:46.358" v="20" actId="1035"/>
        <pc:sldMkLst>
          <pc:docMk/>
          <pc:sldMk cId="91893431" sldId="511"/>
        </pc:sldMkLst>
        <pc:spChg chg="mod">
          <ac:chgData name="Forrester, Jeffrey" userId="6ba1022f-7673-4f6a-9d05-fd2c9f8497c3" providerId="ADAL" clId="{3AE8C3CC-61D7-4F3F-8F06-17E58C50452B}" dt="2021-07-28T20:29:46.358" v="20" actId="1035"/>
          <ac:spMkLst>
            <pc:docMk/>
            <pc:sldMk cId="91893431" sldId="511"/>
            <ac:spMk id="10" creationId="{4F26FEBE-0B2B-442D-9DE4-998DFABE691E}"/>
          </ac:spMkLst>
        </pc:spChg>
        <pc:grpChg chg="mod">
          <ac:chgData name="Forrester, Jeffrey" userId="6ba1022f-7673-4f6a-9d05-fd2c9f8497c3" providerId="ADAL" clId="{3AE8C3CC-61D7-4F3F-8F06-17E58C50452B}" dt="2021-07-28T20:29:46.358" v="20" actId="1035"/>
          <ac:grpSpMkLst>
            <pc:docMk/>
            <pc:sldMk cId="91893431" sldId="511"/>
            <ac:grpSpMk id="6" creationId="{E6CEF16F-6C6E-470D-9394-C1102E5FB5A2}"/>
          </ac:grpSpMkLst>
        </pc:grpChg>
        <pc:graphicFrameChg chg="mod">
          <ac:chgData name="Forrester, Jeffrey" userId="6ba1022f-7673-4f6a-9d05-fd2c9f8497c3" providerId="ADAL" clId="{3AE8C3CC-61D7-4F3F-8F06-17E58C50452B}" dt="2021-07-28T20:29:46.358" v="20" actId="1035"/>
          <ac:graphicFrameMkLst>
            <pc:docMk/>
            <pc:sldMk cId="91893431" sldId="511"/>
            <ac:graphicFrameMk id="7" creationId="{78312C6C-372B-475B-AFB2-AC34574073E9}"/>
          </ac:graphicFrameMkLst>
        </pc:graphicFrameChg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91893431" sldId="511"/>
            <ac:picMk id="3" creationId="{CF3423FF-EA3B-4C14-A874-4B54523941EC}"/>
          </ac:picMkLst>
        </pc:picChg>
        <pc:picChg chg="mod">
          <ac:chgData name="Forrester, Jeffrey" userId="6ba1022f-7673-4f6a-9d05-fd2c9f8497c3" providerId="ADAL" clId="{3AE8C3CC-61D7-4F3F-8F06-17E58C50452B}" dt="2021-07-28T20:29:46.358" v="20" actId="1035"/>
          <ac:picMkLst>
            <pc:docMk/>
            <pc:sldMk cId="91893431" sldId="511"/>
            <ac:picMk id="5" creationId="{94404F5E-D3AF-4A95-A1D3-17326E8C5AB5}"/>
          </ac:picMkLst>
        </pc:picChg>
        <pc:inkChg chg="del">
          <ac:chgData name="Forrester, Jeffrey" userId="6ba1022f-7673-4f6a-9d05-fd2c9f8497c3" providerId="ADAL" clId="{3AE8C3CC-61D7-4F3F-8F06-17E58C50452B}" dt="2021-07-28T19:55:21.976" v="0"/>
          <ac:inkMkLst>
            <pc:docMk/>
            <pc:sldMk cId="91893431" sldId="511"/>
            <ac:inkMk id="2" creationId="{F5E2B672-C3EF-4654-A63B-4FE8065D7DC8}"/>
          </ac:inkMkLst>
        </pc:inkChg>
        <pc:cxnChg chg="mod">
          <ac:chgData name="Forrester, Jeffrey" userId="6ba1022f-7673-4f6a-9d05-fd2c9f8497c3" providerId="ADAL" clId="{3AE8C3CC-61D7-4F3F-8F06-17E58C50452B}" dt="2021-07-28T20:29:46.358" v="20" actId="1035"/>
          <ac:cxnSpMkLst>
            <pc:docMk/>
            <pc:sldMk cId="91893431" sldId="511"/>
            <ac:cxnSpMk id="8" creationId="{FF66245F-8531-4240-A917-D288AA2B49B8}"/>
          </ac:cxnSpMkLst>
        </pc:cxnChg>
        <pc:cxnChg chg="mod">
          <ac:chgData name="Forrester, Jeffrey" userId="6ba1022f-7673-4f6a-9d05-fd2c9f8497c3" providerId="ADAL" clId="{3AE8C3CC-61D7-4F3F-8F06-17E58C50452B}" dt="2021-07-28T20:29:46.358" v="20" actId="1035"/>
          <ac:cxnSpMkLst>
            <pc:docMk/>
            <pc:sldMk cId="91893431" sldId="511"/>
            <ac:cxnSpMk id="9" creationId="{390E0C8D-5324-4862-8B54-4E4CAC763233}"/>
          </ac:cxnSpMkLst>
        </pc:cxnChg>
      </pc:sldChg>
      <pc:sldChg chg="delSp modSp mod modAnim">
        <pc:chgData name="Forrester, Jeffrey" userId="6ba1022f-7673-4f6a-9d05-fd2c9f8497c3" providerId="ADAL" clId="{3AE8C3CC-61D7-4F3F-8F06-17E58C50452B}" dt="2021-07-28T20:30:46.111" v="61" actId="1036"/>
        <pc:sldMkLst>
          <pc:docMk/>
          <pc:sldMk cId="4209864875" sldId="512"/>
        </pc:sldMkLst>
        <pc:spChg chg="mod">
          <ac:chgData name="Forrester, Jeffrey" userId="6ba1022f-7673-4f6a-9d05-fd2c9f8497c3" providerId="ADAL" clId="{3AE8C3CC-61D7-4F3F-8F06-17E58C50452B}" dt="2021-07-28T20:30:46.111" v="61" actId="1036"/>
          <ac:spMkLst>
            <pc:docMk/>
            <pc:sldMk cId="4209864875" sldId="512"/>
            <ac:spMk id="6" creationId="{9269CB26-5AA5-4045-8487-6627573CDE89}"/>
          </ac:spMkLst>
        </pc:spChg>
        <pc:graphicFrameChg chg="mod">
          <ac:chgData name="Forrester, Jeffrey" userId="6ba1022f-7673-4f6a-9d05-fd2c9f8497c3" providerId="ADAL" clId="{3AE8C3CC-61D7-4F3F-8F06-17E58C50452B}" dt="2021-07-28T20:30:46.111" v="61" actId="1036"/>
          <ac:graphicFrameMkLst>
            <pc:docMk/>
            <pc:sldMk cId="4209864875" sldId="512"/>
            <ac:graphicFrameMk id="7" creationId="{0711EE30-3945-4AF2-9590-8AF0007AA804}"/>
          </ac:graphicFrameMkLst>
        </pc:graphicFrameChg>
        <pc:picChg chg="mod">
          <ac:chgData name="Forrester, Jeffrey" userId="6ba1022f-7673-4f6a-9d05-fd2c9f8497c3" providerId="ADAL" clId="{3AE8C3CC-61D7-4F3F-8F06-17E58C50452B}" dt="2021-07-28T20:30:46.111" v="61" actId="1036"/>
          <ac:picMkLst>
            <pc:docMk/>
            <pc:sldMk cId="4209864875" sldId="512"/>
            <ac:picMk id="4" creationId="{3A877E1B-87D0-4879-87B8-FFFB88FB1C60}"/>
          </ac:picMkLst>
        </pc:picChg>
        <pc:picChg chg="del">
          <ac:chgData name="Forrester, Jeffrey" userId="6ba1022f-7673-4f6a-9d05-fd2c9f8497c3" providerId="ADAL" clId="{3AE8C3CC-61D7-4F3F-8F06-17E58C50452B}" dt="2021-07-28T19:55:21.976" v="0"/>
          <ac:picMkLst>
            <pc:docMk/>
            <pc:sldMk cId="4209864875" sldId="512"/>
            <ac:picMk id="9" creationId="{D94D1658-0D30-413B-89C9-ADC53019C134}"/>
          </ac:picMkLst>
        </pc:picChg>
        <pc:inkChg chg="del">
          <ac:chgData name="Forrester, Jeffrey" userId="6ba1022f-7673-4f6a-9d05-fd2c9f8497c3" providerId="ADAL" clId="{3AE8C3CC-61D7-4F3F-8F06-17E58C50452B}" dt="2021-07-28T19:55:21.976" v="0"/>
          <ac:inkMkLst>
            <pc:docMk/>
            <pc:sldMk cId="4209864875" sldId="512"/>
            <ac:inkMk id="8" creationId="{23FB99CC-76AF-4993-B337-FFA49D1AD9A6}"/>
          </ac:inkMkLst>
        </pc:inkChg>
      </pc:sldChg>
    </pc:docChg>
  </pc:docChgLst>
  <pc:docChgLst>
    <pc:chgData name="Forrester, Jeffrey" userId="6ba1022f-7673-4f6a-9d05-fd2c9f8497c3" providerId="ADAL" clId="{B758F5D2-FB04-42FF-B321-2BA9F847B401}"/>
    <pc:docChg chg="undo custSel addSld delSld modSld">
      <pc:chgData name="Forrester, Jeffrey" userId="6ba1022f-7673-4f6a-9d05-fd2c9f8497c3" providerId="ADAL" clId="{B758F5D2-FB04-42FF-B321-2BA9F847B401}" dt="2021-05-02T23:48:23.396" v="6272" actId="6549"/>
      <pc:docMkLst>
        <pc:docMk/>
      </pc:docMkLst>
      <pc:sldChg chg="addSp delSp modSp mod modTransition">
        <pc:chgData name="Forrester, Jeffrey" userId="6ba1022f-7673-4f6a-9d05-fd2c9f8497c3" providerId="ADAL" clId="{B758F5D2-FB04-42FF-B321-2BA9F847B401}" dt="2021-05-02T23:48:23.396" v="6272" actId="6549"/>
        <pc:sldMkLst>
          <pc:docMk/>
          <pc:sldMk cId="0" sldId="458"/>
        </pc:sldMkLst>
        <pc:spChg chg="add mod">
          <ac:chgData name="Forrester, Jeffrey" userId="6ba1022f-7673-4f6a-9d05-fd2c9f8497c3" providerId="ADAL" clId="{B758F5D2-FB04-42FF-B321-2BA9F847B401}" dt="2021-04-26T19:58:05.827" v="842" actId="1036"/>
          <ac:spMkLst>
            <pc:docMk/>
            <pc:sldMk cId="0" sldId="458"/>
            <ac:spMk id="2" creationId="{1D9C49CB-62AC-42AA-9457-A196E6FF63CD}"/>
          </ac:spMkLst>
        </pc:spChg>
        <pc:spChg chg="add del">
          <ac:chgData name="Forrester, Jeffrey" userId="6ba1022f-7673-4f6a-9d05-fd2c9f8497c3" providerId="ADAL" clId="{B758F5D2-FB04-42FF-B321-2BA9F847B401}" dt="2021-04-26T19:42:42.792" v="96"/>
          <ac:spMkLst>
            <pc:docMk/>
            <pc:sldMk cId="0" sldId="458"/>
            <ac:spMk id="3" creationId="{A29C602C-C2BA-4E0C-9E53-23872B19F483}"/>
          </ac:spMkLst>
        </pc:spChg>
        <pc:spChg chg="add mod">
          <ac:chgData name="Forrester, Jeffrey" userId="6ba1022f-7673-4f6a-9d05-fd2c9f8497c3" providerId="ADAL" clId="{B758F5D2-FB04-42FF-B321-2BA9F847B401}" dt="2021-04-26T19:58:05.827" v="842" actId="1036"/>
          <ac:spMkLst>
            <pc:docMk/>
            <pc:sldMk cId="0" sldId="458"/>
            <ac:spMk id="4" creationId="{A491A756-F359-416E-8D25-4973A7E34751}"/>
          </ac:spMkLst>
        </pc:spChg>
        <pc:spChg chg="add del mod">
          <ac:chgData name="Forrester, Jeffrey" userId="6ba1022f-7673-4f6a-9d05-fd2c9f8497c3" providerId="ADAL" clId="{B758F5D2-FB04-42FF-B321-2BA9F847B401}" dt="2021-04-26T19:45:46.510" v="291" actId="478"/>
          <ac:spMkLst>
            <pc:docMk/>
            <pc:sldMk cId="0" sldId="458"/>
            <ac:spMk id="5" creationId="{FEE30F90-B8C5-4A34-95E9-3FA26FFDE4BE}"/>
          </ac:spMkLst>
        </pc:spChg>
        <pc:spChg chg="add mod">
          <ac:chgData name="Forrester, Jeffrey" userId="6ba1022f-7673-4f6a-9d05-fd2c9f8497c3" providerId="ADAL" clId="{B758F5D2-FB04-42FF-B321-2BA9F847B401}" dt="2021-04-26T19:58:08.971" v="844" actId="1035"/>
          <ac:spMkLst>
            <pc:docMk/>
            <pc:sldMk cId="0" sldId="458"/>
            <ac:spMk id="6" creationId="{453A5818-610F-4527-8CFD-A3C677AD0845}"/>
          </ac:spMkLst>
        </pc:spChg>
        <pc:spChg chg="add mod">
          <ac:chgData name="Forrester, Jeffrey" userId="6ba1022f-7673-4f6a-9d05-fd2c9f8497c3" providerId="ADAL" clId="{B758F5D2-FB04-42FF-B321-2BA9F847B401}" dt="2021-04-26T19:58:05.827" v="842" actId="1036"/>
          <ac:spMkLst>
            <pc:docMk/>
            <pc:sldMk cId="0" sldId="458"/>
            <ac:spMk id="9" creationId="{0F691763-775B-42F1-BAF4-1C03E97A12F5}"/>
          </ac:spMkLst>
        </pc:spChg>
        <pc:spChg chg="add mod">
          <ac:chgData name="Forrester, Jeffrey" userId="6ba1022f-7673-4f6a-9d05-fd2c9f8497c3" providerId="ADAL" clId="{B758F5D2-FB04-42FF-B321-2BA9F847B401}" dt="2021-05-02T23:48:23.396" v="6272" actId="6549"/>
          <ac:spMkLst>
            <pc:docMk/>
            <pc:sldMk cId="0" sldId="458"/>
            <ac:spMk id="10" creationId="{73E05157-FB0C-43C4-8FE6-3DCB280B16FE}"/>
          </ac:spMkLst>
        </pc:spChg>
        <pc:spChg chg="add mod">
          <ac:chgData name="Forrester, Jeffrey" userId="6ba1022f-7673-4f6a-9d05-fd2c9f8497c3" providerId="ADAL" clId="{B758F5D2-FB04-42FF-B321-2BA9F847B401}" dt="2021-05-02T23:48:17.927" v="6270" actId="6549"/>
          <ac:spMkLst>
            <pc:docMk/>
            <pc:sldMk cId="0" sldId="458"/>
            <ac:spMk id="11" creationId="{24CD8FAF-B977-4B7F-84AF-69AF71C2EB70}"/>
          </ac:spMkLst>
        </pc:spChg>
        <pc:spChg chg="mod">
          <ac:chgData name="Forrester, Jeffrey" userId="6ba1022f-7673-4f6a-9d05-fd2c9f8497c3" providerId="ADAL" clId="{B758F5D2-FB04-42FF-B321-2BA9F847B401}" dt="2021-04-26T19:54:14.459" v="838" actId="1036"/>
          <ac:spMkLst>
            <pc:docMk/>
            <pc:sldMk cId="0" sldId="458"/>
            <ac:spMk id="6146" creationId="{00000000-0000-0000-0000-000000000000}"/>
          </ac:spMkLst>
        </pc:spChg>
        <pc:spChg chg="mod">
          <ac:chgData name="Forrester, Jeffrey" userId="6ba1022f-7673-4f6a-9d05-fd2c9f8497c3" providerId="ADAL" clId="{B758F5D2-FB04-42FF-B321-2BA9F847B401}" dt="2021-04-26T19:58:05.827" v="842" actId="1036"/>
          <ac:spMkLst>
            <pc:docMk/>
            <pc:sldMk cId="0" sldId="458"/>
            <ac:spMk id="6147" creationId="{00000000-0000-0000-0000-000000000000}"/>
          </ac:spMkLst>
        </pc:spChg>
        <pc:picChg chg="add mod">
          <ac:chgData name="Forrester, Jeffrey" userId="6ba1022f-7673-4f6a-9d05-fd2c9f8497c3" providerId="ADAL" clId="{B758F5D2-FB04-42FF-B321-2BA9F847B401}" dt="2021-05-02T23:41:34.414" v="6264"/>
          <ac:picMkLst>
            <pc:docMk/>
            <pc:sldMk cId="0" sldId="458"/>
            <ac:picMk id="5" creationId="{F1740CA9-B9D9-44DC-B6DD-314231DBB4D1}"/>
          </ac:picMkLst>
        </pc:picChg>
        <pc:inkChg chg="add">
          <ac:chgData name="Forrester, Jeffrey" userId="6ba1022f-7673-4f6a-9d05-fd2c9f8497c3" providerId="ADAL" clId="{B758F5D2-FB04-42FF-B321-2BA9F847B401}" dt="2021-05-02T23:41:34.414" v="6264"/>
          <ac:inkMkLst>
            <pc:docMk/>
            <pc:sldMk cId="0" sldId="458"/>
            <ac:inkMk id="3" creationId="{E69CDBDF-1872-49F3-83E0-7A4CF2A13C50}"/>
          </ac:inkMkLst>
        </pc:inkChg>
      </pc:sldChg>
      <pc:sldChg chg="del">
        <pc:chgData name="Forrester, Jeffrey" userId="6ba1022f-7673-4f6a-9d05-fd2c9f8497c3" providerId="ADAL" clId="{B758F5D2-FB04-42FF-B321-2BA9F847B401}" dt="2021-05-02T18:25:37.844" v="4928" actId="47"/>
        <pc:sldMkLst>
          <pc:docMk/>
          <pc:sldMk cId="0" sldId="459"/>
        </pc:sldMkLst>
      </pc:sldChg>
      <pc:sldChg chg="del">
        <pc:chgData name="Forrester, Jeffrey" userId="6ba1022f-7673-4f6a-9d05-fd2c9f8497c3" providerId="ADAL" clId="{B758F5D2-FB04-42FF-B321-2BA9F847B401}" dt="2021-04-27T00:33:10.949" v="4915" actId="47"/>
        <pc:sldMkLst>
          <pc:docMk/>
          <pc:sldMk cId="0" sldId="460"/>
        </pc:sldMkLst>
      </pc:sldChg>
      <pc:sldChg chg="del">
        <pc:chgData name="Forrester, Jeffrey" userId="6ba1022f-7673-4f6a-9d05-fd2c9f8497c3" providerId="ADAL" clId="{B758F5D2-FB04-42FF-B321-2BA9F847B401}" dt="2021-05-02T18:25:32.627" v="4920" actId="47"/>
        <pc:sldMkLst>
          <pc:docMk/>
          <pc:sldMk cId="0" sldId="461"/>
        </pc:sldMkLst>
      </pc:sldChg>
      <pc:sldChg chg="del">
        <pc:chgData name="Forrester, Jeffrey" userId="6ba1022f-7673-4f6a-9d05-fd2c9f8497c3" providerId="ADAL" clId="{B758F5D2-FB04-42FF-B321-2BA9F847B401}" dt="2021-05-02T18:25:34.145" v="4923" actId="47"/>
        <pc:sldMkLst>
          <pc:docMk/>
          <pc:sldMk cId="0" sldId="463"/>
        </pc:sldMkLst>
      </pc:sldChg>
      <pc:sldChg chg="del">
        <pc:chgData name="Forrester, Jeffrey" userId="6ba1022f-7673-4f6a-9d05-fd2c9f8497c3" providerId="ADAL" clId="{B758F5D2-FB04-42FF-B321-2BA9F847B401}" dt="2021-05-02T18:25:34.667" v="4924" actId="47"/>
        <pc:sldMkLst>
          <pc:docMk/>
          <pc:sldMk cId="0" sldId="465"/>
        </pc:sldMkLst>
      </pc:sldChg>
      <pc:sldChg chg="del">
        <pc:chgData name="Forrester, Jeffrey" userId="6ba1022f-7673-4f6a-9d05-fd2c9f8497c3" providerId="ADAL" clId="{B758F5D2-FB04-42FF-B321-2BA9F847B401}" dt="2021-05-02T18:25:36.022" v="4926" actId="47"/>
        <pc:sldMkLst>
          <pc:docMk/>
          <pc:sldMk cId="0" sldId="475"/>
        </pc:sldMkLst>
      </pc:sldChg>
      <pc:sldChg chg="del">
        <pc:chgData name="Forrester, Jeffrey" userId="6ba1022f-7673-4f6a-9d05-fd2c9f8497c3" providerId="ADAL" clId="{B758F5D2-FB04-42FF-B321-2BA9F847B401}" dt="2021-05-02T18:25:36.844" v="4927" actId="47"/>
        <pc:sldMkLst>
          <pc:docMk/>
          <pc:sldMk cId="0" sldId="476"/>
        </pc:sldMkLst>
      </pc:sldChg>
      <pc:sldChg chg="del">
        <pc:chgData name="Forrester, Jeffrey" userId="6ba1022f-7673-4f6a-9d05-fd2c9f8497c3" providerId="ADAL" clId="{B758F5D2-FB04-42FF-B321-2BA9F847B401}" dt="2021-05-02T18:25:38.470" v="4929" actId="47"/>
        <pc:sldMkLst>
          <pc:docMk/>
          <pc:sldMk cId="0" sldId="477"/>
        </pc:sldMkLst>
      </pc:sldChg>
      <pc:sldChg chg="del">
        <pc:chgData name="Forrester, Jeffrey" userId="6ba1022f-7673-4f6a-9d05-fd2c9f8497c3" providerId="ADAL" clId="{B758F5D2-FB04-42FF-B321-2BA9F847B401}" dt="2021-05-02T18:25:39.458" v="4930" actId="47"/>
        <pc:sldMkLst>
          <pc:docMk/>
          <pc:sldMk cId="0" sldId="478"/>
        </pc:sldMkLst>
      </pc:sldChg>
      <pc:sldChg chg="del">
        <pc:chgData name="Forrester, Jeffrey" userId="6ba1022f-7673-4f6a-9d05-fd2c9f8497c3" providerId="ADAL" clId="{B758F5D2-FB04-42FF-B321-2BA9F847B401}" dt="2021-05-02T18:25:33.680" v="4922" actId="47"/>
        <pc:sldMkLst>
          <pc:docMk/>
          <pc:sldMk cId="0" sldId="488"/>
        </pc:sldMkLst>
      </pc:sldChg>
      <pc:sldChg chg="del">
        <pc:chgData name="Forrester, Jeffrey" userId="6ba1022f-7673-4f6a-9d05-fd2c9f8497c3" providerId="ADAL" clId="{B758F5D2-FB04-42FF-B321-2BA9F847B401}" dt="2021-05-02T18:25:31.993" v="4919" actId="47"/>
        <pc:sldMkLst>
          <pc:docMk/>
          <pc:sldMk cId="26250379" sldId="496"/>
        </pc:sldMkLst>
      </pc:sldChg>
      <pc:sldChg chg="del">
        <pc:chgData name="Forrester, Jeffrey" userId="6ba1022f-7673-4f6a-9d05-fd2c9f8497c3" providerId="ADAL" clId="{B758F5D2-FB04-42FF-B321-2BA9F847B401}" dt="2021-05-02T18:25:33.144" v="4921" actId="47"/>
        <pc:sldMkLst>
          <pc:docMk/>
          <pc:sldMk cId="1585037941" sldId="497"/>
        </pc:sldMkLst>
      </pc:sldChg>
      <pc:sldChg chg="del">
        <pc:chgData name="Forrester, Jeffrey" userId="6ba1022f-7673-4f6a-9d05-fd2c9f8497c3" providerId="ADAL" clId="{B758F5D2-FB04-42FF-B321-2BA9F847B401}" dt="2021-05-02T18:25:35.377" v="4925" actId="47"/>
        <pc:sldMkLst>
          <pc:docMk/>
          <pc:sldMk cId="983608694" sldId="498"/>
        </pc:sldMkLst>
      </pc:sldChg>
      <pc:sldChg chg="addSp delSp modSp mod modTransition delAnim">
        <pc:chgData name="Forrester, Jeffrey" userId="6ba1022f-7673-4f6a-9d05-fd2c9f8497c3" providerId="ADAL" clId="{B758F5D2-FB04-42FF-B321-2BA9F847B401}" dt="2021-05-02T23:41:34.414" v="6264"/>
        <pc:sldMkLst>
          <pc:docMk/>
          <pc:sldMk cId="1520769384" sldId="505"/>
        </pc:sldMkLst>
        <pc:spChg chg="mod">
          <ac:chgData name="Forrester, Jeffrey" userId="6ba1022f-7673-4f6a-9d05-fd2c9f8497c3" providerId="ADAL" clId="{B758F5D2-FB04-42FF-B321-2BA9F847B401}" dt="2021-04-26T19:45:21.788" v="259" actId="1035"/>
          <ac:spMkLst>
            <pc:docMk/>
            <pc:sldMk cId="1520769384" sldId="505"/>
            <ac:spMk id="11266" creationId="{00000000-0000-0000-0000-000000000000}"/>
          </ac:spMkLst>
        </pc:spChg>
        <pc:picChg chg="add del mod">
          <ac:chgData name="Forrester, Jeffrey" userId="6ba1022f-7673-4f6a-9d05-fd2c9f8497c3" providerId="ADAL" clId="{B758F5D2-FB04-42FF-B321-2BA9F847B401}" dt="2021-05-02T23:21:40.017" v="6260" actId="478"/>
          <ac:picMkLst>
            <pc:docMk/>
            <pc:sldMk cId="1520769384" sldId="505"/>
            <ac:picMk id="2" creationId="{D4F3920F-81BA-46FA-8987-73E2F2F49AE0}"/>
          </ac:picMkLst>
        </pc:picChg>
        <pc:picChg chg="add del mod">
          <ac:chgData name="Forrester, Jeffrey" userId="6ba1022f-7673-4f6a-9d05-fd2c9f8497c3" providerId="ADAL" clId="{B758F5D2-FB04-42FF-B321-2BA9F847B401}" dt="2021-05-02T23:22:37.115" v="6263" actId="478"/>
          <ac:picMkLst>
            <pc:docMk/>
            <pc:sldMk cId="1520769384" sldId="505"/>
            <ac:picMk id="3" creationId="{2F38241B-EEB5-46FD-9093-22EAD6A2A9CF}"/>
          </ac:picMkLst>
        </pc:picChg>
        <pc:picChg chg="add mod">
          <ac:chgData name="Forrester, Jeffrey" userId="6ba1022f-7673-4f6a-9d05-fd2c9f8497c3" providerId="ADAL" clId="{B758F5D2-FB04-42FF-B321-2BA9F847B401}" dt="2021-05-02T23:41:34.414" v="6264"/>
          <ac:picMkLst>
            <pc:docMk/>
            <pc:sldMk cId="1520769384" sldId="505"/>
            <ac:picMk id="4" creationId="{971FE83A-E224-45B6-93D8-4870EA46573B}"/>
          </ac:picMkLst>
        </pc:picChg>
      </pc:sldChg>
      <pc:sldChg chg="del">
        <pc:chgData name="Forrester, Jeffrey" userId="6ba1022f-7673-4f6a-9d05-fd2c9f8497c3" providerId="ADAL" clId="{B758F5D2-FB04-42FF-B321-2BA9F847B401}" dt="2021-05-02T18:25:40.046" v="4931" actId="47"/>
        <pc:sldMkLst>
          <pc:docMk/>
          <pc:sldMk cId="3873557939" sldId="506"/>
        </pc:sldMkLst>
      </pc:sldChg>
      <pc:sldChg chg="addSp modSp new mod modTransition modAnim">
        <pc:chgData name="Forrester, Jeffrey" userId="6ba1022f-7673-4f6a-9d05-fd2c9f8497c3" providerId="ADAL" clId="{B758F5D2-FB04-42FF-B321-2BA9F847B401}" dt="2021-05-02T23:41:34.414" v="6264"/>
        <pc:sldMkLst>
          <pc:docMk/>
          <pc:sldMk cId="1715239755" sldId="507"/>
        </pc:sldMkLst>
        <pc:spChg chg="mod">
          <ac:chgData name="Forrester, Jeffrey" userId="6ba1022f-7673-4f6a-9d05-fd2c9f8497c3" providerId="ADAL" clId="{B758F5D2-FB04-42FF-B321-2BA9F847B401}" dt="2021-04-26T21:29:31.991" v="1586" actId="1035"/>
          <ac:spMkLst>
            <pc:docMk/>
            <pc:sldMk cId="1715239755" sldId="507"/>
            <ac:spMk id="2" creationId="{BAA80BEE-0404-4172-87B5-8F5648A4C4CD}"/>
          </ac:spMkLst>
        </pc:spChg>
        <pc:spChg chg="mod">
          <ac:chgData name="Forrester, Jeffrey" userId="6ba1022f-7673-4f6a-9d05-fd2c9f8497c3" providerId="ADAL" clId="{B758F5D2-FB04-42FF-B321-2BA9F847B401}" dt="2021-04-26T21:54:39.805" v="2476" actId="1036"/>
          <ac:spMkLst>
            <pc:docMk/>
            <pc:sldMk cId="1715239755" sldId="507"/>
            <ac:spMk id="3" creationId="{9FF1D458-066F-4506-ABE2-E3D23075FAA3}"/>
          </ac:spMkLst>
        </pc:spChg>
        <pc:spChg chg="add mod">
          <ac:chgData name="Forrester, Jeffrey" userId="6ba1022f-7673-4f6a-9d05-fd2c9f8497c3" providerId="ADAL" clId="{B758F5D2-FB04-42FF-B321-2BA9F847B401}" dt="2021-04-26T21:54:39.805" v="2476" actId="1036"/>
          <ac:spMkLst>
            <pc:docMk/>
            <pc:sldMk cId="1715239755" sldId="507"/>
            <ac:spMk id="4" creationId="{7E690A64-548A-42BD-8B5D-2C82BA11D652}"/>
          </ac:spMkLst>
        </pc:spChg>
        <pc:spChg chg="add mod">
          <ac:chgData name="Forrester, Jeffrey" userId="6ba1022f-7673-4f6a-9d05-fd2c9f8497c3" providerId="ADAL" clId="{B758F5D2-FB04-42FF-B321-2BA9F847B401}" dt="2021-04-26T21:54:39.805" v="2476" actId="1036"/>
          <ac:spMkLst>
            <pc:docMk/>
            <pc:sldMk cId="1715239755" sldId="507"/>
            <ac:spMk id="6" creationId="{F9505907-29C4-4D82-A888-8433BA7B2D7C}"/>
          </ac:spMkLst>
        </pc:spChg>
        <pc:spChg chg="add mod">
          <ac:chgData name="Forrester, Jeffrey" userId="6ba1022f-7673-4f6a-9d05-fd2c9f8497c3" providerId="ADAL" clId="{B758F5D2-FB04-42FF-B321-2BA9F847B401}" dt="2021-04-26T21:54:39.805" v="2476" actId="1036"/>
          <ac:spMkLst>
            <pc:docMk/>
            <pc:sldMk cId="1715239755" sldId="507"/>
            <ac:spMk id="10" creationId="{9A6243DD-51AD-437B-B45C-A2CCBE29D847}"/>
          </ac:spMkLst>
        </pc:spChg>
        <pc:graphicFrameChg chg="add mod">
          <ac:chgData name="Forrester, Jeffrey" userId="6ba1022f-7673-4f6a-9d05-fd2c9f8497c3" providerId="ADAL" clId="{B758F5D2-FB04-42FF-B321-2BA9F847B401}" dt="2021-04-26T21:54:39.805" v="2476" actId="1036"/>
          <ac:graphicFrameMkLst>
            <pc:docMk/>
            <pc:sldMk cId="1715239755" sldId="507"/>
            <ac:graphicFrameMk id="5" creationId="{7220EA44-C70F-43D1-A868-E1792D3C911B}"/>
          </ac:graphicFrameMkLst>
        </pc:graphicFrameChg>
        <pc:graphicFrameChg chg="add mod">
          <ac:chgData name="Forrester, Jeffrey" userId="6ba1022f-7673-4f6a-9d05-fd2c9f8497c3" providerId="ADAL" clId="{B758F5D2-FB04-42FF-B321-2BA9F847B401}" dt="2021-04-28T19:58:03.095" v="4917"/>
          <ac:graphicFrameMkLst>
            <pc:docMk/>
            <pc:sldMk cId="1715239755" sldId="507"/>
            <ac:graphicFrameMk id="7" creationId="{1A0B5802-463F-45AD-B1B2-E342EED39731}"/>
          </ac:graphicFrameMkLst>
        </pc:graphicFrameChg>
        <pc:graphicFrameChg chg="add mod">
          <ac:chgData name="Forrester, Jeffrey" userId="6ba1022f-7673-4f6a-9d05-fd2c9f8497c3" providerId="ADAL" clId="{B758F5D2-FB04-42FF-B321-2BA9F847B401}" dt="2021-04-26T21:54:39.805" v="2476" actId="1036"/>
          <ac:graphicFrameMkLst>
            <pc:docMk/>
            <pc:sldMk cId="1715239755" sldId="507"/>
            <ac:graphicFrameMk id="8" creationId="{299C695C-5EE8-44C7-A82F-A0EF490CD77D}"/>
          </ac:graphicFrameMkLst>
        </pc:graphicFrameChg>
        <pc:graphicFrameChg chg="add mod">
          <ac:chgData name="Forrester, Jeffrey" userId="6ba1022f-7673-4f6a-9d05-fd2c9f8497c3" providerId="ADAL" clId="{B758F5D2-FB04-42FF-B321-2BA9F847B401}" dt="2021-04-26T22:55:00.299" v="2591" actId="1036"/>
          <ac:graphicFrameMkLst>
            <pc:docMk/>
            <pc:sldMk cId="1715239755" sldId="507"/>
            <ac:graphicFrameMk id="9" creationId="{7EBCB855-94C2-4BBE-848E-DC2D0AAA3245}"/>
          </ac:graphicFrameMkLst>
        </pc:graphicFrameChg>
        <pc:picChg chg="add mod">
          <ac:chgData name="Forrester, Jeffrey" userId="6ba1022f-7673-4f6a-9d05-fd2c9f8497c3" providerId="ADAL" clId="{B758F5D2-FB04-42FF-B321-2BA9F847B401}" dt="2021-05-02T23:41:34.414" v="6264"/>
          <ac:picMkLst>
            <pc:docMk/>
            <pc:sldMk cId="1715239755" sldId="507"/>
            <ac:picMk id="12" creationId="{58ACD094-231E-455E-A6DA-9F474505D30D}"/>
          </ac:picMkLst>
        </pc:picChg>
        <pc:inkChg chg="add">
          <ac:chgData name="Forrester, Jeffrey" userId="6ba1022f-7673-4f6a-9d05-fd2c9f8497c3" providerId="ADAL" clId="{B758F5D2-FB04-42FF-B321-2BA9F847B401}" dt="2021-05-02T23:41:34.414" v="6264"/>
          <ac:inkMkLst>
            <pc:docMk/>
            <pc:sldMk cId="1715239755" sldId="507"/>
            <ac:inkMk id="11" creationId="{3CE9BF4F-8778-49F5-97C2-10AAD23B1802}"/>
          </ac:inkMkLst>
        </pc:inkChg>
      </pc:sldChg>
      <pc:sldChg chg="addSp delSp modSp new mod modTransition">
        <pc:chgData name="Forrester, Jeffrey" userId="6ba1022f-7673-4f6a-9d05-fd2c9f8497c3" providerId="ADAL" clId="{B758F5D2-FB04-42FF-B321-2BA9F847B401}" dt="2021-05-02T23:41:34.414" v="6264"/>
        <pc:sldMkLst>
          <pc:docMk/>
          <pc:sldMk cId="1150871582" sldId="508"/>
        </pc:sldMkLst>
        <pc:spChg chg="del">
          <ac:chgData name="Forrester, Jeffrey" userId="6ba1022f-7673-4f6a-9d05-fd2c9f8497c3" providerId="ADAL" clId="{B758F5D2-FB04-42FF-B321-2BA9F847B401}" dt="2021-04-26T21:54:44.256" v="2479" actId="478"/>
          <ac:spMkLst>
            <pc:docMk/>
            <pc:sldMk cId="1150871582" sldId="508"/>
            <ac:spMk id="2" creationId="{51E6F167-3F1F-44D8-BAFA-F884A2D291AA}"/>
          </ac:spMkLst>
        </pc:spChg>
        <pc:spChg chg="del">
          <ac:chgData name="Forrester, Jeffrey" userId="6ba1022f-7673-4f6a-9d05-fd2c9f8497c3" providerId="ADAL" clId="{B758F5D2-FB04-42FF-B321-2BA9F847B401}" dt="2021-04-26T21:54:43.526" v="2478" actId="478"/>
          <ac:spMkLst>
            <pc:docMk/>
            <pc:sldMk cId="1150871582" sldId="508"/>
            <ac:spMk id="3" creationId="{B953949B-74C9-47E9-9D72-4214DE8C3E17}"/>
          </ac:spMkLst>
        </pc:spChg>
        <pc:spChg chg="add mod">
          <ac:chgData name="Forrester, Jeffrey" userId="6ba1022f-7673-4f6a-9d05-fd2c9f8497c3" providerId="ADAL" clId="{B758F5D2-FB04-42FF-B321-2BA9F847B401}" dt="2021-04-26T22:59:03.718" v="3066" actId="1036"/>
          <ac:spMkLst>
            <pc:docMk/>
            <pc:sldMk cId="1150871582" sldId="508"/>
            <ac:spMk id="4" creationId="{A502A20F-5AB8-4693-8D3D-AE170A28032F}"/>
          </ac:spMkLst>
        </pc:spChg>
        <pc:spChg chg="add mod">
          <ac:chgData name="Forrester, Jeffrey" userId="6ba1022f-7673-4f6a-9d05-fd2c9f8497c3" providerId="ADAL" clId="{B758F5D2-FB04-42FF-B321-2BA9F847B401}" dt="2021-04-26T22:58:08.773" v="2929" actId="1035"/>
          <ac:spMkLst>
            <pc:docMk/>
            <pc:sldMk cId="1150871582" sldId="508"/>
            <ac:spMk id="6" creationId="{55E01DD3-32A5-4CE5-B17F-22A0B0F573E0}"/>
          </ac:spMkLst>
        </pc:spChg>
        <pc:spChg chg="add mod">
          <ac:chgData name="Forrester, Jeffrey" userId="6ba1022f-7673-4f6a-9d05-fd2c9f8497c3" providerId="ADAL" clId="{B758F5D2-FB04-42FF-B321-2BA9F847B401}" dt="2021-04-26T22:59:02.518" v="3064" actId="1035"/>
          <ac:spMkLst>
            <pc:docMk/>
            <pc:sldMk cId="1150871582" sldId="508"/>
            <ac:spMk id="7" creationId="{CD78CF7B-48FB-4B91-B60C-AB5A589A6004}"/>
          </ac:spMkLst>
        </pc:spChg>
        <pc:spChg chg="add mod">
          <ac:chgData name="Forrester, Jeffrey" userId="6ba1022f-7673-4f6a-9d05-fd2c9f8497c3" providerId="ADAL" clId="{B758F5D2-FB04-42FF-B321-2BA9F847B401}" dt="2021-04-26T22:58:59.642" v="3062" actId="1035"/>
          <ac:spMkLst>
            <pc:docMk/>
            <pc:sldMk cId="1150871582" sldId="508"/>
            <ac:spMk id="9" creationId="{F2AEAE45-0AEB-4205-A2E2-808F6943BE3F}"/>
          </ac:spMkLst>
        </pc:spChg>
        <pc:picChg chg="add mod">
          <ac:chgData name="Forrester, Jeffrey" userId="6ba1022f-7673-4f6a-9d05-fd2c9f8497c3" providerId="ADAL" clId="{B758F5D2-FB04-42FF-B321-2BA9F847B401}" dt="2021-05-02T23:41:34.414" v="6264"/>
          <ac:picMkLst>
            <pc:docMk/>
            <pc:sldMk cId="1150871582" sldId="508"/>
            <ac:picMk id="3" creationId="{008E4EE4-B6A3-46CB-9490-53DB153D3CE3}"/>
          </ac:picMkLst>
        </pc:picChg>
        <pc:picChg chg="add mod modCrop">
          <ac:chgData name="Forrester, Jeffrey" userId="6ba1022f-7673-4f6a-9d05-fd2c9f8497c3" providerId="ADAL" clId="{B758F5D2-FB04-42FF-B321-2BA9F847B401}" dt="2021-04-26T22:58:58.143" v="3057" actId="1035"/>
          <ac:picMkLst>
            <pc:docMk/>
            <pc:sldMk cId="1150871582" sldId="508"/>
            <ac:picMk id="5" creationId="{DCB4CD67-ABDD-469E-B46F-D0BBC6D1A7B0}"/>
          </ac:picMkLst>
        </pc:picChg>
        <pc:picChg chg="add mod modCrop">
          <ac:chgData name="Forrester, Jeffrey" userId="6ba1022f-7673-4f6a-9d05-fd2c9f8497c3" providerId="ADAL" clId="{B758F5D2-FB04-42FF-B321-2BA9F847B401}" dt="2021-04-26T22:58:52.937" v="3036" actId="1036"/>
          <ac:picMkLst>
            <pc:docMk/>
            <pc:sldMk cId="1150871582" sldId="508"/>
            <ac:picMk id="8" creationId="{D7726353-566A-49CC-845A-F7F79EA6627E}"/>
          </ac:picMkLst>
        </pc:picChg>
        <pc:inkChg chg="add">
          <ac:chgData name="Forrester, Jeffrey" userId="6ba1022f-7673-4f6a-9d05-fd2c9f8497c3" providerId="ADAL" clId="{B758F5D2-FB04-42FF-B321-2BA9F847B401}" dt="2021-05-02T23:41:34.414" v="6264"/>
          <ac:inkMkLst>
            <pc:docMk/>
            <pc:sldMk cId="1150871582" sldId="508"/>
            <ac:inkMk id="2" creationId="{A832406A-B16C-406A-A81D-FD1F75E25BC3}"/>
          </ac:inkMkLst>
        </pc:inkChg>
      </pc:sldChg>
      <pc:sldChg chg="addSp modSp new mod modTransition modAnim">
        <pc:chgData name="Forrester, Jeffrey" userId="6ba1022f-7673-4f6a-9d05-fd2c9f8497c3" providerId="ADAL" clId="{B758F5D2-FB04-42FF-B321-2BA9F847B401}" dt="2021-05-02T23:41:34.414" v="6264"/>
        <pc:sldMkLst>
          <pc:docMk/>
          <pc:sldMk cId="1245577193" sldId="509"/>
        </pc:sldMkLst>
        <pc:spChg chg="mod">
          <ac:chgData name="Forrester, Jeffrey" userId="6ba1022f-7673-4f6a-9d05-fd2c9f8497c3" providerId="ADAL" clId="{B758F5D2-FB04-42FF-B321-2BA9F847B401}" dt="2021-04-26T23:12:32.164" v="3957" actId="1035"/>
          <ac:spMkLst>
            <pc:docMk/>
            <pc:sldMk cId="1245577193" sldId="509"/>
            <ac:spMk id="2" creationId="{9A8610C5-6FD2-42D2-B72E-17C4AAA9D2C6}"/>
          </ac:spMkLst>
        </pc:spChg>
        <pc:spChg chg="mod">
          <ac:chgData name="Forrester, Jeffrey" userId="6ba1022f-7673-4f6a-9d05-fd2c9f8497c3" providerId="ADAL" clId="{B758F5D2-FB04-42FF-B321-2BA9F847B401}" dt="2021-04-26T23:18:02.150" v="4324" actId="20577"/>
          <ac:spMkLst>
            <pc:docMk/>
            <pc:sldMk cId="1245577193" sldId="509"/>
            <ac:spMk id="3" creationId="{038E43B5-610C-40AB-9A22-D3411CD1872D}"/>
          </ac:spMkLst>
        </pc:spChg>
        <pc:spChg chg="add mod">
          <ac:chgData name="Forrester, Jeffrey" userId="6ba1022f-7673-4f6a-9d05-fd2c9f8497c3" providerId="ADAL" clId="{B758F5D2-FB04-42FF-B321-2BA9F847B401}" dt="2021-04-26T23:17:37.755" v="4301" actId="14100"/>
          <ac:spMkLst>
            <pc:docMk/>
            <pc:sldMk cId="1245577193" sldId="509"/>
            <ac:spMk id="16" creationId="{0C9A2DE1-4E37-40D6-B40D-7FDE3F4D9AE8}"/>
          </ac:spMkLst>
        </pc:spChg>
        <pc:spChg chg="add mod">
          <ac:chgData name="Forrester, Jeffrey" userId="6ba1022f-7673-4f6a-9d05-fd2c9f8497c3" providerId="ADAL" clId="{B758F5D2-FB04-42FF-B321-2BA9F847B401}" dt="2021-04-26T23:17:40.314" v="4304" actId="1036"/>
          <ac:spMkLst>
            <pc:docMk/>
            <pc:sldMk cId="1245577193" sldId="509"/>
            <ac:spMk id="18" creationId="{B5B916A6-FC0F-4999-9C6A-0DF11CF99B7A}"/>
          </ac:spMkLst>
        </pc:spChg>
        <pc:grpChg chg="add mod">
          <ac:chgData name="Forrester, Jeffrey" userId="6ba1022f-7673-4f6a-9d05-fd2c9f8497c3" providerId="ADAL" clId="{B758F5D2-FB04-42FF-B321-2BA9F847B401}" dt="2021-04-26T23:17:47.136" v="4314" actId="1035"/>
          <ac:grpSpMkLst>
            <pc:docMk/>
            <pc:sldMk cId="1245577193" sldId="509"/>
            <ac:grpSpMk id="17" creationId="{00C917D7-F536-45FD-9C12-90739337EB7D}"/>
          </ac:grpSpMkLst>
        </pc:grpChg>
        <pc:picChg chg="add mod">
          <ac:chgData name="Forrester, Jeffrey" userId="6ba1022f-7673-4f6a-9d05-fd2c9f8497c3" providerId="ADAL" clId="{B758F5D2-FB04-42FF-B321-2BA9F847B401}" dt="2021-04-26T23:17:47.136" v="4314" actId="1035"/>
          <ac:picMkLst>
            <pc:docMk/>
            <pc:sldMk cId="1245577193" sldId="509"/>
            <ac:picMk id="4" creationId="{CBC42BB4-62B8-4E8C-9F59-69518657F2E4}"/>
          </ac:picMkLst>
        </pc:picChg>
        <pc:picChg chg="add mod">
          <ac:chgData name="Forrester, Jeffrey" userId="6ba1022f-7673-4f6a-9d05-fd2c9f8497c3" providerId="ADAL" clId="{B758F5D2-FB04-42FF-B321-2BA9F847B401}" dt="2021-05-02T23:41:34.414" v="6264"/>
          <ac:picMkLst>
            <pc:docMk/>
            <pc:sldMk cId="1245577193" sldId="509"/>
            <ac:picMk id="9" creationId="{5618AADB-B13B-4E17-B3D2-108B156962FE}"/>
          </ac:picMkLst>
        </pc:picChg>
        <pc:inkChg chg="add">
          <ac:chgData name="Forrester, Jeffrey" userId="6ba1022f-7673-4f6a-9d05-fd2c9f8497c3" providerId="ADAL" clId="{B758F5D2-FB04-42FF-B321-2BA9F847B401}" dt="2021-05-02T23:41:34.414" v="6264"/>
          <ac:inkMkLst>
            <pc:docMk/>
            <pc:sldMk cId="1245577193" sldId="509"/>
            <ac:inkMk id="5" creationId="{B35B4F19-766D-4197-838E-12EE414D59FD}"/>
          </ac:inkMkLst>
        </pc:inkChg>
        <pc:cxnChg chg="add mod">
          <ac:chgData name="Forrester, Jeffrey" userId="6ba1022f-7673-4f6a-9d05-fd2c9f8497c3" providerId="ADAL" clId="{B758F5D2-FB04-42FF-B321-2BA9F847B401}" dt="2021-05-02T21:24:06.353" v="5471" actId="1038"/>
          <ac:cxnSpMkLst>
            <pc:docMk/>
            <pc:sldMk cId="1245577193" sldId="509"/>
            <ac:cxnSpMk id="6" creationId="{A6860F3F-7428-4B5A-83BE-582C4E2D4773}"/>
          </ac:cxnSpMkLst>
        </pc:cxnChg>
        <pc:cxnChg chg="add mod">
          <ac:chgData name="Forrester, Jeffrey" userId="6ba1022f-7673-4f6a-9d05-fd2c9f8497c3" providerId="ADAL" clId="{B758F5D2-FB04-42FF-B321-2BA9F847B401}" dt="2021-05-02T21:24:02.808" v="5469" actId="1037"/>
          <ac:cxnSpMkLst>
            <pc:docMk/>
            <pc:sldMk cId="1245577193" sldId="509"/>
            <ac:cxnSpMk id="7" creationId="{B4957BAA-4511-4A2C-918D-9858350AFEB8}"/>
          </ac:cxnSpMkLst>
        </pc:cxnChg>
        <pc:cxnChg chg="add mod">
          <ac:chgData name="Forrester, Jeffrey" userId="6ba1022f-7673-4f6a-9d05-fd2c9f8497c3" providerId="ADAL" clId="{B758F5D2-FB04-42FF-B321-2BA9F847B401}" dt="2021-04-26T23:16:51.123" v="3990" actId="164"/>
          <ac:cxnSpMkLst>
            <pc:docMk/>
            <pc:sldMk cId="1245577193" sldId="509"/>
            <ac:cxnSpMk id="8" creationId="{F6CAFC02-42D0-45E6-8232-D3233F75580C}"/>
          </ac:cxnSpMkLst>
        </pc:cxnChg>
        <pc:cxnChg chg="add mod">
          <ac:chgData name="Forrester, Jeffrey" userId="6ba1022f-7673-4f6a-9d05-fd2c9f8497c3" providerId="ADAL" clId="{B758F5D2-FB04-42FF-B321-2BA9F847B401}" dt="2021-04-26T23:16:51.123" v="3990" actId="164"/>
          <ac:cxnSpMkLst>
            <pc:docMk/>
            <pc:sldMk cId="1245577193" sldId="509"/>
            <ac:cxnSpMk id="10" creationId="{48961691-4AFE-447F-844F-D7C1AD0C9D1D}"/>
          </ac:cxnSpMkLst>
        </pc:cxnChg>
      </pc:sldChg>
      <pc:sldChg chg="addSp delSp modSp new mod modTransition modAnim">
        <pc:chgData name="Forrester, Jeffrey" userId="6ba1022f-7673-4f6a-9d05-fd2c9f8497c3" providerId="ADAL" clId="{B758F5D2-FB04-42FF-B321-2BA9F847B401}" dt="2021-05-02T23:41:34.414" v="6264"/>
        <pc:sldMkLst>
          <pc:docMk/>
          <pc:sldMk cId="1175124440" sldId="510"/>
        </pc:sldMkLst>
        <pc:spChg chg="del">
          <ac:chgData name="Forrester, Jeffrey" userId="6ba1022f-7673-4f6a-9d05-fd2c9f8497c3" providerId="ADAL" clId="{B758F5D2-FB04-42FF-B321-2BA9F847B401}" dt="2021-04-26T23:18:40.693" v="4326" actId="478"/>
          <ac:spMkLst>
            <pc:docMk/>
            <pc:sldMk cId="1175124440" sldId="510"/>
            <ac:spMk id="2" creationId="{76AA7311-E80B-4649-9E50-16355F34CD61}"/>
          </ac:spMkLst>
        </pc:spChg>
        <pc:spChg chg="mod">
          <ac:chgData name="Forrester, Jeffrey" userId="6ba1022f-7673-4f6a-9d05-fd2c9f8497c3" providerId="ADAL" clId="{B758F5D2-FB04-42FF-B321-2BA9F847B401}" dt="2021-05-02T18:26:43.653" v="4936" actId="1035"/>
          <ac:spMkLst>
            <pc:docMk/>
            <pc:sldMk cId="1175124440" sldId="510"/>
            <ac:spMk id="3" creationId="{C8C084C0-CE15-49BC-B700-02F596352988}"/>
          </ac:spMkLst>
        </pc:spChg>
        <pc:spChg chg="add mod">
          <ac:chgData name="Forrester, Jeffrey" userId="6ba1022f-7673-4f6a-9d05-fd2c9f8497c3" providerId="ADAL" clId="{B758F5D2-FB04-42FF-B321-2BA9F847B401}" dt="2021-04-26T23:28:34.986" v="4835" actId="1035"/>
          <ac:spMkLst>
            <pc:docMk/>
            <pc:sldMk cId="1175124440" sldId="510"/>
            <ac:spMk id="4" creationId="{35681BA6-F721-4DD5-982C-1BA7CB41AB20}"/>
          </ac:spMkLst>
        </pc:spChg>
        <pc:spChg chg="add mod">
          <ac:chgData name="Forrester, Jeffrey" userId="6ba1022f-7673-4f6a-9d05-fd2c9f8497c3" providerId="ADAL" clId="{B758F5D2-FB04-42FF-B321-2BA9F847B401}" dt="2021-04-26T23:32:28.017" v="4909" actId="1035"/>
          <ac:spMkLst>
            <pc:docMk/>
            <pc:sldMk cId="1175124440" sldId="510"/>
            <ac:spMk id="7" creationId="{43611723-066D-496A-8A36-57F6B5AED72F}"/>
          </ac:spMkLst>
        </pc:spChg>
        <pc:grpChg chg="add mod">
          <ac:chgData name="Forrester, Jeffrey" userId="6ba1022f-7673-4f6a-9d05-fd2c9f8497c3" providerId="ADAL" clId="{B758F5D2-FB04-42FF-B321-2BA9F847B401}" dt="2021-05-02T18:27:05.449" v="4937" actId="164"/>
          <ac:grpSpMkLst>
            <pc:docMk/>
            <pc:sldMk cId="1175124440" sldId="510"/>
            <ac:grpSpMk id="2" creationId="{B857655E-BB67-4663-9719-1BDF75930D35}"/>
          </ac:grpSpMkLst>
        </pc:grpChg>
        <pc:graphicFrameChg chg="add mod">
          <ac:chgData name="Forrester, Jeffrey" userId="6ba1022f-7673-4f6a-9d05-fd2c9f8497c3" providerId="ADAL" clId="{B758F5D2-FB04-42FF-B321-2BA9F847B401}" dt="2021-04-26T23:32:28.017" v="4909" actId="1035"/>
          <ac:graphicFrameMkLst>
            <pc:docMk/>
            <pc:sldMk cId="1175124440" sldId="510"/>
            <ac:graphicFrameMk id="8" creationId="{55A6F347-9C6B-4A2B-A350-D308FB8E02E6}"/>
          </ac:graphicFrameMkLst>
        </pc:graphicFrameChg>
        <pc:graphicFrameChg chg="add mod">
          <ac:chgData name="Forrester, Jeffrey" userId="6ba1022f-7673-4f6a-9d05-fd2c9f8497c3" providerId="ADAL" clId="{B758F5D2-FB04-42FF-B321-2BA9F847B401}" dt="2021-05-02T18:26:32.154" v="4933" actId="1036"/>
          <ac:graphicFrameMkLst>
            <pc:docMk/>
            <pc:sldMk cId="1175124440" sldId="510"/>
            <ac:graphicFrameMk id="9" creationId="{37C60503-D134-4019-8FD7-28A90B93D88D}"/>
          </ac:graphicFrameMkLst>
        </pc:graphicFrameChg>
        <pc:graphicFrameChg chg="add mod">
          <ac:chgData name="Forrester, Jeffrey" userId="6ba1022f-7673-4f6a-9d05-fd2c9f8497c3" providerId="ADAL" clId="{B758F5D2-FB04-42FF-B321-2BA9F847B401}" dt="2021-05-02T18:27:05.449" v="4937" actId="164"/>
          <ac:graphicFrameMkLst>
            <pc:docMk/>
            <pc:sldMk cId="1175124440" sldId="510"/>
            <ac:graphicFrameMk id="10" creationId="{81DE485B-1FB2-4331-8493-0F934BAA59BB}"/>
          </ac:graphicFrameMkLst>
        </pc:graphicFrameChg>
        <pc:picChg chg="add del mod">
          <ac:chgData name="Forrester, Jeffrey" userId="6ba1022f-7673-4f6a-9d05-fd2c9f8497c3" providerId="ADAL" clId="{B758F5D2-FB04-42FF-B321-2BA9F847B401}" dt="2021-04-26T23:21:48.823" v="4543" actId="478"/>
          <ac:picMkLst>
            <pc:docMk/>
            <pc:sldMk cId="1175124440" sldId="510"/>
            <ac:picMk id="5" creationId="{3B742ABE-FEB7-475F-9143-789B502B1687}"/>
          </ac:picMkLst>
        </pc:picChg>
        <pc:picChg chg="add mod modCrop">
          <ac:chgData name="Forrester, Jeffrey" userId="6ba1022f-7673-4f6a-9d05-fd2c9f8497c3" providerId="ADAL" clId="{B758F5D2-FB04-42FF-B321-2BA9F847B401}" dt="2021-04-26T23:32:24.051" v="4905" actId="1035"/>
          <ac:picMkLst>
            <pc:docMk/>
            <pc:sldMk cId="1175124440" sldId="510"/>
            <ac:picMk id="6" creationId="{DD1CF265-B5D2-44F5-80EB-0745B8424F8D}"/>
          </ac:picMkLst>
        </pc:picChg>
        <pc:picChg chg="add mod">
          <ac:chgData name="Forrester, Jeffrey" userId="6ba1022f-7673-4f6a-9d05-fd2c9f8497c3" providerId="ADAL" clId="{B758F5D2-FB04-42FF-B321-2BA9F847B401}" dt="2021-05-02T23:41:34.414" v="6264"/>
          <ac:picMkLst>
            <pc:docMk/>
            <pc:sldMk cId="1175124440" sldId="510"/>
            <ac:picMk id="11" creationId="{58B3EA69-5D45-423F-850F-46C7391E0231}"/>
          </ac:picMkLst>
        </pc:picChg>
        <pc:inkChg chg="add">
          <ac:chgData name="Forrester, Jeffrey" userId="6ba1022f-7673-4f6a-9d05-fd2c9f8497c3" providerId="ADAL" clId="{B758F5D2-FB04-42FF-B321-2BA9F847B401}" dt="2021-05-02T23:41:34.414" v="6264"/>
          <ac:inkMkLst>
            <pc:docMk/>
            <pc:sldMk cId="1175124440" sldId="510"/>
            <ac:inkMk id="5" creationId="{C9D08A98-8DD7-4267-8492-7D61036E6241}"/>
          </ac:inkMkLst>
        </pc:inkChg>
        <pc:cxnChg chg="add mod">
          <ac:chgData name="Forrester, Jeffrey" userId="6ba1022f-7673-4f6a-9d05-fd2c9f8497c3" providerId="ADAL" clId="{B758F5D2-FB04-42FF-B321-2BA9F847B401}" dt="2021-05-02T18:27:05.449" v="4937" actId="164"/>
          <ac:cxnSpMkLst>
            <pc:docMk/>
            <pc:sldMk cId="1175124440" sldId="510"/>
            <ac:cxnSpMk id="12" creationId="{0C03EBAA-036D-4E55-9CFA-8ABEBB051936}"/>
          </ac:cxnSpMkLst>
        </pc:cxnChg>
        <pc:cxnChg chg="add mod">
          <ac:chgData name="Forrester, Jeffrey" userId="6ba1022f-7673-4f6a-9d05-fd2c9f8497c3" providerId="ADAL" clId="{B758F5D2-FB04-42FF-B321-2BA9F847B401}" dt="2021-04-26T23:32:24.051" v="4905" actId="1035"/>
          <ac:cxnSpMkLst>
            <pc:docMk/>
            <pc:sldMk cId="1175124440" sldId="510"/>
            <ac:cxnSpMk id="16" creationId="{81A3B14E-1FF7-490F-A72D-D2EC0FBD17ED}"/>
          </ac:cxnSpMkLst>
        </pc:cxnChg>
        <pc:cxnChg chg="add del mod">
          <ac:chgData name="Forrester, Jeffrey" userId="6ba1022f-7673-4f6a-9d05-fd2c9f8497c3" providerId="ADAL" clId="{B758F5D2-FB04-42FF-B321-2BA9F847B401}" dt="2021-05-02T18:27:09.802" v="4938" actId="478"/>
          <ac:cxnSpMkLst>
            <pc:docMk/>
            <pc:sldMk cId="1175124440" sldId="510"/>
            <ac:cxnSpMk id="18" creationId="{FA8324F6-BA65-4702-9B94-2A8D0F107F34}"/>
          </ac:cxnSpMkLst>
        </pc:cxnChg>
      </pc:sldChg>
      <pc:sldChg chg="addSp delSp modSp new mod modTransition modAnim">
        <pc:chgData name="Forrester, Jeffrey" userId="6ba1022f-7673-4f6a-9d05-fd2c9f8497c3" providerId="ADAL" clId="{B758F5D2-FB04-42FF-B321-2BA9F847B401}" dt="2021-05-02T23:41:34.414" v="6264"/>
        <pc:sldMkLst>
          <pc:docMk/>
          <pc:sldMk cId="91893431" sldId="511"/>
        </pc:sldMkLst>
        <pc:spChg chg="del">
          <ac:chgData name="Forrester, Jeffrey" userId="6ba1022f-7673-4f6a-9d05-fd2c9f8497c3" providerId="ADAL" clId="{B758F5D2-FB04-42FF-B321-2BA9F847B401}" dt="2021-05-02T21:18:31.229" v="4947" actId="478"/>
          <ac:spMkLst>
            <pc:docMk/>
            <pc:sldMk cId="91893431" sldId="511"/>
            <ac:spMk id="2" creationId="{BB75F5C9-0ADA-4DDE-B9DB-7D1553538F8B}"/>
          </ac:spMkLst>
        </pc:spChg>
        <pc:spChg chg="del">
          <ac:chgData name="Forrester, Jeffrey" userId="6ba1022f-7673-4f6a-9d05-fd2c9f8497c3" providerId="ADAL" clId="{B758F5D2-FB04-42FF-B321-2BA9F847B401}" dt="2021-05-02T21:18:39.490" v="4948" actId="478"/>
          <ac:spMkLst>
            <pc:docMk/>
            <pc:sldMk cId="91893431" sldId="511"/>
            <ac:spMk id="3" creationId="{7607CF54-9B35-44CB-B639-6F1F763318AB}"/>
          </ac:spMkLst>
        </pc:spChg>
        <pc:spChg chg="add mod">
          <ac:chgData name="Forrester, Jeffrey" userId="6ba1022f-7673-4f6a-9d05-fd2c9f8497c3" providerId="ADAL" clId="{B758F5D2-FB04-42FF-B321-2BA9F847B401}" dt="2021-05-02T21:24:14.778" v="5474" actId="1036"/>
          <ac:spMkLst>
            <pc:docMk/>
            <pc:sldMk cId="91893431" sldId="511"/>
            <ac:spMk id="4" creationId="{C1BB1052-4749-415B-851C-14B556166668}"/>
          </ac:spMkLst>
        </pc:spChg>
        <pc:spChg chg="add mod">
          <ac:chgData name="Forrester, Jeffrey" userId="6ba1022f-7673-4f6a-9d05-fd2c9f8497c3" providerId="ADAL" clId="{B758F5D2-FB04-42FF-B321-2BA9F847B401}" dt="2021-05-02T22:43:30.164" v="6258" actId="2711"/>
          <ac:spMkLst>
            <pc:docMk/>
            <pc:sldMk cId="91893431" sldId="511"/>
            <ac:spMk id="10" creationId="{4F26FEBE-0B2B-442D-9DE4-998DFABE691E}"/>
          </ac:spMkLst>
        </pc:spChg>
        <pc:grpChg chg="add mod">
          <ac:chgData name="Forrester, Jeffrey" userId="6ba1022f-7673-4f6a-9d05-fd2c9f8497c3" providerId="ADAL" clId="{B758F5D2-FB04-42FF-B321-2BA9F847B401}" dt="2021-05-02T21:22:02.307" v="5383" actId="1036"/>
          <ac:grpSpMkLst>
            <pc:docMk/>
            <pc:sldMk cId="91893431" sldId="511"/>
            <ac:grpSpMk id="6" creationId="{E6CEF16F-6C6E-470D-9394-C1102E5FB5A2}"/>
          </ac:grpSpMkLst>
        </pc:grpChg>
        <pc:graphicFrameChg chg="mod">
          <ac:chgData name="Forrester, Jeffrey" userId="6ba1022f-7673-4f6a-9d05-fd2c9f8497c3" providerId="ADAL" clId="{B758F5D2-FB04-42FF-B321-2BA9F847B401}" dt="2021-05-02T21:18:40.686" v="4949"/>
          <ac:graphicFrameMkLst>
            <pc:docMk/>
            <pc:sldMk cId="91893431" sldId="511"/>
            <ac:graphicFrameMk id="7" creationId="{78312C6C-372B-475B-AFB2-AC34574073E9}"/>
          </ac:graphicFrameMkLst>
        </pc:graphicFrameChg>
        <pc:picChg chg="add mod">
          <ac:chgData name="Forrester, Jeffrey" userId="6ba1022f-7673-4f6a-9d05-fd2c9f8497c3" providerId="ADAL" clId="{B758F5D2-FB04-42FF-B321-2BA9F847B401}" dt="2021-05-02T23:41:34.414" v="6264"/>
          <ac:picMkLst>
            <pc:docMk/>
            <pc:sldMk cId="91893431" sldId="511"/>
            <ac:picMk id="3" creationId="{CF3423FF-EA3B-4C14-A874-4B54523941EC}"/>
          </ac:picMkLst>
        </pc:picChg>
        <pc:picChg chg="add mod">
          <ac:chgData name="Forrester, Jeffrey" userId="6ba1022f-7673-4f6a-9d05-fd2c9f8497c3" providerId="ADAL" clId="{B758F5D2-FB04-42FF-B321-2BA9F847B401}" dt="2021-05-02T21:22:02.307" v="5383" actId="1036"/>
          <ac:picMkLst>
            <pc:docMk/>
            <pc:sldMk cId="91893431" sldId="511"/>
            <ac:picMk id="5" creationId="{94404F5E-D3AF-4A95-A1D3-17326E8C5AB5}"/>
          </ac:picMkLst>
        </pc:picChg>
        <pc:inkChg chg="add">
          <ac:chgData name="Forrester, Jeffrey" userId="6ba1022f-7673-4f6a-9d05-fd2c9f8497c3" providerId="ADAL" clId="{B758F5D2-FB04-42FF-B321-2BA9F847B401}" dt="2021-05-02T23:41:34.414" v="6264"/>
          <ac:inkMkLst>
            <pc:docMk/>
            <pc:sldMk cId="91893431" sldId="511"/>
            <ac:inkMk id="2" creationId="{F5E2B672-C3EF-4654-A63B-4FE8065D7DC8}"/>
          </ac:inkMkLst>
        </pc:inkChg>
        <pc:cxnChg chg="mod">
          <ac:chgData name="Forrester, Jeffrey" userId="6ba1022f-7673-4f6a-9d05-fd2c9f8497c3" providerId="ADAL" clId="{B758F5D2-FB04-42FF-B321-2BA9F847B401}" dt="2021-05-02T21:18:40.686" v="4949"/>
          <ac:cxnSpMkLst>
            <pc:docMk/>
            <pc:sldMk cId="91893431" sldId="511"/>
            <ac:cxnSpMk id="8" creationId="{FF66245F-8531-4240-A917-D288AA2B49B8}"/>
          </ac:cxnSpMkLst>
        </pc:cxnChg>
        <pc:cxnChg chg="add mod">
          <ac:chgData name="Forrester, Jeffrey" userId="6ba1022f-7673-4f6a-9d05-fd2c9f8497c3" providerId="ADAL" clId="{B758F5D2-FB04-42FF-B321-2BA9F847B401}" dt="2021-05-02T21:22:02.307" v="5383" actId="1036"/>
          <ac:cxnSpMkLst>
            <pc:docMk/>
            <pc:sldMk cId="91893431" sldId="511"/>
            <ac:cxnSpMk id="9" creationId="{390E0C8D-5324-4862-8B54-4E4CAC763233}"/>
          </ac:cxnSpMkLst>
        </pc:cxnChg>
      </pc:sldChg>
      <pc:sldChg chg="new del">
        <pc:chgData name="Forrester, Jeffrey" userId="6ba1022f-7673-4f6a-9d05-fd2c9f8497c3" providerId="ADAL" clId="{B758F5D2-FB04-42FF-B321-2BA9F847B401}" dt="2021-05-02T18:26:35.011" v="4934" actId="47"/>
        <pc:sldMkLst>
          <pc:docMk/>
          <pc:sldMk cId="183983761" sldId="511"/>
        </pc:sldMkLst>
      </pc:sldChg>
      <pc:sldChg chg="new del">
        <pc:chgData name="Forrester, Jeffrey" userId="6ba1022f-7673-4f6a-9d05-fd2c9f8497c3" providerId="ADAL" clId="{B758F5D2-FB04-42FF-B321-2BA9F847B401}" dt="2021-05-02T19:41:41.413" v="4944" actId="47"/>
        <pc:sldMkLst>
          <pc:docMk/>
          <pc:sldMk cId="4127136355" sldId="511"/>
        </pc:sldMkLst>
      </pc:sldChg>
      <pc:sldChg chg="addSp delSp modSp new mod modTransition">
        <pc:chgData name="Forrester, Jeffrey" userId="6ba1022f-7673-4f6a-9d05-fd2c9f8497c3" providerId="ADAL" clId="{B758F5D2-FB04-42FF-B321-2BA9F847B401}" dt="2021-05-02T23:47:06.023" v="6266"/>
        <pc:sldMkLst>
          <pc:docMk/>
          <pc:sldMk cId="4209864875" sldId="512"/>
        </pc:sldMkLst>
        <pc:spChg chg="del">
          <ac:chgData name="Forrester, Jeffrey" userId="6ba1022f-7673-4f6a-9d05-fd2c9f8497c3" providerId="ADAL" clId="{B758F5D2-FB04-42FF-B321-2BA9F847B401}" dt="2021-05-02T21:39:10.350" v="5498" actId="478"/>
          <ac:spMkLst>
            <pc:docMk/>
            <pc:sldMk cId="4209864875" sldId="512"/>
            <ac:spMk id="2" creationId="{45E1B4FD-5262-4ED0-9174-398A17BBA804}"/>
          </ac:spMkLst>
        </pc:spChg>
        <pc:spChg chg="del">
          <ac:chgData name="Forrester, Jeffrey" userId="6ba1022f-7673-4f6a-9d05-fd2c9f8497c3" providerId="ADAL" clId="{B758F5D2-FB04-42FF-B321-2BA9F847B401}" dt="2021-05-02T21:31:11.655" v="5494" actId="478"/>
          <ac:spMkLst>
            <pc:docMk/>
            <pc:sldMk cId="4209864875" sldId="512"/>
            <ac:spMk id="3" creationId="{B6B93443-C24A-4278-8124-7BC3423D0F8B}"/>
          </ac:spMkLst>
        </pc:spChg>
        <pc:spChg chg="add mod">
          <ac:chgData name="Forrester, Jeffrey" userId="6ba1022f-7673-4f6a-9d05-fd2c9f8497c3" providerId="ADAL" clId="{B758F5D2-FB04-42FF-B321-2BA9F847B401}" dt="2021-05-02T21:39:08.792" v="5497"/>
          <ac:spMkLst>
            <pc:docMk/>
            <pc:sldMk cId="4209864875" sldId="512"/>
            <ac:spMk id="5" creationId="{D8EF45F3-A9AE-4326-B3DE-E61D0E179848}"/>
          </ac:spMkLst>
        </pc:spChg>
        <pc:spChg chg="add mod">
          <ac:chgData name="Forrester, Jeffrey" userId="6ba1022f-7673-4f6a-9d05-fd2c9f8497c3" providerId="ADAL" clId="{B758F5D2-FB04-42FF-B321-2BA9F847B401}" dt="2021-05-02T21:43:06.538" v="6244" actId="1036"/>
          <ac:spMkLst>
            <pc:docMk/>
            <pc:sldMk cId="4209864875" sldId="512"/>
            <ac:spMk id="6" creationId="{9269CB26-5AA5-4045-8487-6627573CDE89}"/>
          </ac:spMkLst>
        </pc:spChg>
        <pc:graphicFrameChg chg="add mod">
          <ac:chgData name="Forrester, Jeffrey" userId="6ba1022f-7673-4f6a-9d05-fd2c9f8497c3" providerId="ADAL" clId="{B758F5D2-FB04-42FF-B321-2BA9F847B401}" dt="2021-05-02T21:43:06.538" v="6244" actId="1036"/>
          <ac:graphicFrameMkLst>
            <pc:docMk/>
            <pc:sldMk cId="4209864875" sldId="512"/>
            <ac:graphicFrameMk id="7" creationId="{0711EE30-3945-4AF2-9590-8AF0007AA804}"/>
          </ac:graphicFrameMkLst>
        </pc:graphicFrameChg>
        <pc:picChg chg="add del mod">
          <ac:chgData name="Forrester, Jeffrey" userId="6ba1022f-7673-4f6a-9d05-fd2c9f8497c3" providerId="ADAL" clId="{B758F5D2-FB04-42FF-B321-2BA9F847B401}" dt="2021-05-02T23:42:00.519" v="6265"/>
          <ac:picMkLst>
            <pc:docMk/>
            <pc:sldMk cId="4209864875" sldId="512"/>
            <ac:picMk id="2" creationId="{6CDD28E4-E4DF-4654-9620-A7CD2C8F411E}"/>
          </ac:picMkLst>
        </pc:picChg>
        <pc:picChg chg="add del mod">
          <ac:chgData name="Forrester, Jeffrey" userId="6ba1022f-7673-4f6a-9d05-fd2c9f8497c3" providerId="ADAL" clId="{B758F5D2-FB04-42FF-B321-2BA9F847B401}" dt="2021-05-02T23:47:06.023" v="6266"/>
          <ac:picMkLst>
            <pc:docMk/>
            <pc:sldMk cId="4209864875" sldId="512"/>
            <ac:picMk id="3" creationId="{DBD4C5A1-5D75-4B51-A4C6-174E0E3C9C16}"/>
          </ac:picMkLst>
        </pc:picChg>
        <pc:picChg chg="add mod modCrop">
          <ac:chgData name="Forrester, Jeffrey" userId="6ba1022f-7673-4f6a-9d05-fd2c9f8497c3" providerId="ADAL" clId="{B758F5D2-FB04-42FF-B321-2BA9F847B401}" dt="2021-05-02T21:43:17.797" v="6256" actId="1076"/>
          <ac:picMkLst>
            <pc:docMk/>
            <pc:sldMk cId="4209864875" sldId="512"/>
            <ac:picMk id="4" creationId="{3A877E1B-87D0-4879-87B8-FFFB88FB1C60}"/>
          </ac:picMkLst>
        </pc:picChg>
        <pc:picChg chg="add mod">
          <ac:chgData name="Forrester, Jeffrey" userId="6ba1022f-7673-4f6a-9d05-fd2c9f8497c3" providerId="ADAL" clId="{B758F5D2-FB04-42FF-B321-2BA9F847B401}" dt="2021-05-02T23:47:06.023" v="6266"/>
          <ac:picMkLst>
            <pc:docMk/>
            <pc:sldMk cId="4209864875" sldId="512"/>
            <ac:picMk id="9" creationId="{D94D1658-0D30-413B-89C9-ADC53019C134}"/>
          </ac:picMkLst>
        </pc:picChg>
        <pc:inkChg chg="add">
          <ac:chgData name="Forrester, Jeffrey" userId="6ba1022f-7673-4f6a-9d05-fd2c9f8497c3" providerId="ADAL" clId="{B758F5D2-FB04-42FF-B321-2BA9F847B401}" dt="2021-05-02T23:47:06.023" v="6266"/>
          <ac:inkMkLst>
            <pc:docMk/>
            <pc:sldMk cId="4209864875" sldId="512"/>
            <ac:inkMk id="8" creationId="{23FB99CC-76AF-4993-B337-FFA49D1AD9A6}"/>
          </ac:inkMkLst>
        </pc:inkChg>
      </pc:sldChg>
    </pc:docChg>
  </pc:docChgLst>
  <pc:docChgLst>
    <pc:chgData name="Bilen, Eren" userId="1524803c-4e9d-4ade-801e-849580f16dd3" providerId="ADAL" clId="{507D79E5-AFCB-5F49-8B7F-D5550C56F8FF}"/>
    <pc:docChg chg="undo custSel addSld delSld modSld">
      <pc:chgData name="Bilen, Eren" userId="1524803c-4e9d-4ade-801e-849580f16dd3" providerId="ADAL" clId="{507D79E5-AFCB-5F49-8B7F-D5550C56F8FF}" dt="2022-09-16T23:53:40.255" v="84" actId="20577"/>
      <pc:docMkLst>
        <pc:docMk/>
      </pc:docMkLst>
      <pc:sldChg chg="del">
        <pc:chgData name="Bilen, Eren" userId="1524803c-4e9d-4ade-801e-849580f16dd3" providerId="ADAL" clId="{507D79E5-AFCB-5F49-8B7F-D5550C56F8FF}" dt="2022-09-16T23:51:42.628" v="0" actId="2696"/>
        <pc:sldMkLst>
          <pc:docMk/>
          <pc:sldMk cId="3661508925" sldId="273"/>
        </pc:sldMkLst>
      </pc:sldChg>
      <pc:sldChg chg="del">
        <pc:chgData name="Bilen, Eren" userId="1524803c-4e9d-4ade-801e-849580f16dd3" providerId="ADAL" clId="{507D79E5-AFCB-5F49-8B7F-D5550C56F8FF}" dt="2022-09-16T23:53:26.183" v="70" actId="2696"/>
        <pc:sldMkLst>
          <pc:docMk/>
          <pc:sldMk cId="2773407824" sldId="275"/>
        </pc:sldMkLst>
      </pc:sldChg>
      <pc:sldChg chg="delSp mod">
        <pc:chgData name="Bilen, Eren" userId="1524803c-4e9d-4ade-801e-849580f16dd3" providerId="ADAL" clId="{507D79E5-AFCB-5F49-8B7F-D5550C56F8FF}" dt="2022-09-16T23:53:24.934" v="69" actId="478"/>
        <pc:sldMkLst>
          <pc:docMk/>
          <pc:sldMk cId="454478535" sldId="277"/>
        </pc:sldMkLst>
        <pc:cxnChg chg="del">
          <ac:chgData name="Bilen, Eren" userId="1524803c-4e9d-4ade-801e-849580f16dd3" providerId="ADAL" clId="{507D79E5-AFCB-5F49-8B7F-D5550C56F8FF}" dt="2022-09-16T23:53:24.934" v="69" actId="478"/>
          <ac:cxnSpMkLst>
            <pc:docMk/>
            <pc:sldMk cId="454478535" sldId="277"/>
            <ac:cxnSpMk id="8" creationId="{4785A374-CE4A-9748-AD6D-558F51673996}"/>
          </ac:cxnSpMkLst>
        </pc:cxnChg>
      </pc:sldChg>
      <pc:sldChg chg="modSp mod">
        <pc:chgData name="Bilen, Eren" userId="1524803c-4e9d-4ade-801e-849580f16dd3" providerId="ADAL" clId="{507D79E5-AFCB-5F49-8B7F-D5550C56F8FF}" dt="2022-09-16T23:53:40.255" v="84" actId="20577"/>
        <pc:sldMkLst>
          <pc:docMk/>
          <pc:sldMk cId="2038343638" sldId="281"/>
        </pc:sldMkLst>
        <pc:spChg chg="mod">
          <ac:chgData name="Bilen, Eren" userId="1524803c-4e9d-4ade-801e-849580f16dd3" providerId="ADAL" clId="{507D79E5-AFCB-5F49-8B7F-D5550C56F8FF}" dt="2022-09-16T23:53:40.255" v="84" actId="20577"/>
          <ac:spMkLst>
            <pc:docMk/>
            <pc:sldMk cId="2038343638" sldId="281"/>
            <ac:spMk id="2" creationId="{B0585EB0-E361-514C-8201-F16E95CD665C}"/>
          </ac:spMkLst>
        </pc:spChg>
      </pc:sldChg>
      <pc:sldChg chg="addSp delSp modSp mod">
        <pc:chgData name="Bilen, Eren" userId="1524803c-4e9d-4ade-801e-849580f16dd3" providerId="ADAL" clId="{507D79E5-AFCB-5F49-8B7F-D5550C56F8FF}" dt="2022-09-16T23:52:56.892" v="68" actId="1076"/>
        <pc:sldMkLst>
          <pc:docMk/>
          <pc:sldMk cId="621014338" sldId="514"/>
        </pc:sldMkLst>
        <pc:spChg chg="mod">
          <ac:chgData name="Bilen, Eren" userId="1524803c-4e9d-4ade-801e-849580f16dd3" providerId="ADAL" clId="{507D79E5-AFCB-5F49-8B7F-D5550C56F8FF}" dt="2022-09-16T23:52:55.873" v="67" actId="1076"/>
          <ac:spMkLst>
            <pc:docMk/>
            <pc:sldMk cId="621014338" sldId="514"/>
            <ac:spMk id="3" creationId="{50D91949-93E5-4D0A-80C2-E93015B4F34A}"/>
          </ac:spMkLst>
        </pc:spChg>
        <pc:picChg chg="add mod">
          <ac:chgData name="Bilen, Eren" userId="1524803c-4e9d-4ade-801e-849580f16dd3" providerId="ADAL" clId="{507D79E5-AFCB-5F49-8B7F-D5550C56F8FF}" dt="2022-09-16T23:52:56.892" v="68" actId="1076"/>
          <ac:picMkLst>
            <pc:docMk/>
            <pc:sldMk cId="621014338" sldId="514"/>
            <ac:picMk id="1026" creationId="{68379F9B-5004-B420-8CF9-6735E738B416}"/>
          </ac:picMkLst>
        </pc:picChg>
        <pc:picChg chg="del">
          <ac:chgData name="Bilen, Eren" userId="1524803c-4e9d-4ade-801e-849580f16dd3" providerId="ADAL" clId="{507D79E5-AFCB-5F49-8B7F-D5550C56F8FF}" dt="2022-09-16T23:52:24.373" v="45" actId="478"/>
          <ac:picMkLst>
            <pc:docMk/>
            <pc:sldMk cId="621014338" sldId="514"/>
            <ac:picMk id="5122" creationId="{1E1D92E5-D0F1-4211-B055-2EF21B072A56}"/>
          </ac:picMkLst>
        </pc:picChg>
        <pc:picChg chg="del">
          <ac:chgData name="Bilen, Eren" userId="1524803c-4e9d-4ade-801e-849580f16dd3" providerId="ADAL" clId="{507D79E5-AFCB-5F49-8B7F-D5550C56F8FF}" dt="2022-09-16T23:52:12.400" v="2" actId="478"/>
          <ac:picMkLst>
            <pc:docMk/>
            <pc:sldMk cId="621014338" sldId="514"/>
            <ac:picMk id="5128" creationId="{2AC4630D-EFAD-4F1E-A3C4-C7BFDBDFBDE8}"/>
          </ac:picMkLst>
        </pc:picChg>
      </pc:sldChg>
      <pc:sldChg chg="add">
        <pc:chgData name="Bilen, Eren" userId="1524803c-4e9d-4ade-801e-849580f16dd3" providerId="ADAL" clId="{507D79E5-AFCB-5F49-8B7F-D5550C56F8FF}" dt="2022-09-16T23:52:10.453" v="1"/>
        <pc:sldMkLst>
          <pc:docMk/>
          <pc:sldMk cId="1440922635" sldId="515"/>
        </pc:sldMkLst>
      </pc:sldChg>
    </pc:docChg>
  </pc:docChgLst>
  <pc:docChgLst>
    <pc:chgData name="Bilen, Eren" userId="1524803c-4e9d-4ade-801e-849580f16dd3" providerId="ADAL" clId="{624DE0C8-8BF6-4CA6-A728-7F078CAE01AD}"/>
    <pc:docChg chg="undo redo custSel addSld delSld modSld sldOrd">
      <pc:chgData name="Bilen, Eren" userId="1524803c-4e9d-4ade-801e-849580f16dd3" providerId="ADAL" clId="{624DE0C8-8BF6-4CA6-A728-7F078CAE01AD}" dt="2022-08-16T04:18:12.300" v="840" actId="47"/>
      <pc:docMkLst>
        <pc:docMk/>
      </pc:docMkLst>
      <pc:sldChg chg="add del">
        <pc:chgData name="Bilen, Eren" userId="1524803c-4e9d-4ade-801e-849580f16dd3" providerId="ADAL" clId="{624DE0C8-8BF6-4CA6-A728-7F078CAE01AD}" dt="2022-08-16T03:49:03.283" v="4" actId="47"/>
        <pc:sldMkLst>
          <pc:docMk/>
          <pc:sldMk cId="97062835" sldId="256"/>
        </pc:sldMkLst>
      </pc:sldChg>
      <pc:sldChg chg="add del">
        <pc:chgData name="Bilen, Eren" userId="1524803c-4e9d-4ade-801e-849580f16dd3" providerId="ADAL" clId="{624DE0C8-8BF6-4CA6-A728-7F078CAE01AD}" dt="2022-08-16T03:49:14.175" v="5" actId="47"/>
        <pc:sldMkLst>
          <pc:docMk/>
          <pc:sldMk cId="3652766424" sldId="257"/>
        </pc:sldMkLst>
      </pc:sldChg>
      <pc:sldChg chg="add del ord">
        <pc:chgData name="Bilen, Eren" userId="1524803c-4e9d-4ade-801e-849580f16dd3" providerId="ADAL" clId="{624DE0C8-8BF6-4CA6-A728-7F078CAE01AD}" dt="2022-08-16T03:52:29.750" v="88" actId="47"/>
        <pc:sldMkLst>
          <pc:docMk/>
          <pc:sldMk cId="4271000689" sldId="258"/>
        </pc:sldMkLst>
      </pc:sldChg>
      <pc:sldChg chg="addSp delSp modSp add mod modAnim">
        <pc:chgData name="Bilen, Eren" userId="1524803c-4e9d-4ade-801e-849580f16dd3" providerId="ADAL" clId="{624DE0C8-8BF6-4CA6-A728-7F078CAE01AD}" dt="2022-08-16T03:59:34.658" v="576" actId="20577"/>
        <pc:sldMkLst>
          <pc:docMk/>
          <pc:sldMk cId="1958178227" sldId="259"/>
        </pc:sldMkLst>
        <pc:spChg chg="mod">
          <ac:chgData name="Bilen, Eren" userId="1524803c-4e9d-4ade-801e-849580f16dd3" providerId="ADAL" clId="{624DE0C8-8BF6-4CA6-A728-7F078CAE01AD}" dt="2022-08-16T03:54:02.910" v="91" actId="1076"/>
          <ac:spMkLst>
            <pc:docMk/>
            <pc:sldMk cId="1958178227" sldId="259"/>
            <ac:spMk id="2" creationId="{8EBC06C1-8A0D-3E4B-AF0B-20A0D7419D77}"/>
          </ac:spMkLst>
        </pc:spChg>
        <pc:spChg chg="add del mod">
          <ac:chgData name="Bilen, Eren" userId="1524803c-4e9d-4ade-801e-849580f16dd3" providerId="ADAL" clId="{624DE0C8-8BF6-4CA6-A728-7F078CAE01AD}" dt="2022-08-16T03:54:00.982" v="90" actId="478"/>
          <ac:spMkLst>
            <pc:docMk/>
            <pc:sldMk cId="1958178227" sldId="259"/>
            <ac:spMk id="3" creationId="{BE29C808-34DB-4B57-8207-F61E245736E8}"/>
          </ac:spMkLst>
        </pc:spChg>
        <pc:spChg chg="mod">
          <ac:chgData name="Bilen, Eren" userId="1524803c-4e9d-4ade-801e-849580f16dd3" providerId="ADAL" clId="{624DE0C8-8BF6-4CA6-A728-7F078CAE01AD}" dt="2022-08-16T03:59:34.658" v="576" actId="20577"/>
          <ac:spMkLst>
            <pc:docMk/>
            <pc:sldMk cId="1958178227" sldId="259"/>
            <ac:spMk id="6" creationId="{CC5A915F-96F8-EE44-8767-CE4DFD7F106D}"/>
          </ac:spMkLst>
        </pc:spChg>
        <pc:picChg chg="del">
          <ac:chgData name="Bilen, Eren" userId="1524803c-4e9d-4ade-801e-849580f16dd3" providerId="ADAL" clId="{624DE0C8-8BF6-4CA6-A728-7F078CAE01AD}" dt="2022-08-16T03:53:59.778" v="89" actId="478"/>
          <ac:picMkLst>
            <pc:docMk/>
            <pc:sldMk cId="1958178227" sldId="259"/>
            <ac:picMk id="5" creationId="{C2C2C048-A45C-A444-BA73-C4D69C5481E8}"/>
          </ac:picMkLst>
        </pc:picChg>
      </pc:sldChg>
      <pc:sldChg chg="add del">
        <pc:chgData name="Bilen, Eren" userId="1524803c-4e9d-4ade-801e-849580f16dd3" providerId="ADAL" clId="{624DE0C8-8BF6-4CA6-A728-7F078CAE01AD}" dt="2022-08-16T03:59:52.091" v="578" actId="47"/>
        <pc:sldMkLst>
          <pc:docMk/>
          <pc:sldMk cId="3834249609" sldId="262"/>
        </pc:sldMkLst>
      </pc:sldChg>
      <pc:sldChg chg="add del ord">
        <pc:chgData name="Bilen, Eren" userId="1524803c-4e9d-4ade-801e-849580f16dd3" providerId="ADAL" clId="{624DE0C8-8BF6-4CA6-A728-7F078CAE01AD}" dt="2022-08-16T03:59:42.565" v="577" actId="47"/>
        <pc:sldMkLst>
          <pc:docMk/>
          <pc:sldMk cId="4005160882" sldId="263"/>
        </pc:sldMkLst>
      </pc:sldChg>
      <pc:sldChg chg="modSp add del mod">
        <pc:chgData name="Bilen, Eren" userId="1524803c-4e9d-4ade-801e-849580f16dd3" providerId="ADAL" clId="{624DE0C8-8BF6-4CA6-A728-7F078CAE01AD}" dt="2022-08-16T04:00:56.130" v="597" actId="47"/>
        <pc:sldMkLst>
          <pc:docMk/>
          <pc:sldMk cId="1121145769" sldId="264"/>
        </pc:sldMkLst>
        <pc:spChg chg="mod">
          <ac:chgData name="Bilen, Eren" userId="1524803c-4e9d-4ade-801e-849580f16dd3" providerId="ADAL" clId="{624DE0C8-8BF6-4CA6-A728-7F078CAE01AD}" dt="2022-08-16T04:00:05.114" v="579" actId="20577"/>
          <ac:spMkLst>
            <pc:docMk/>
            <pc:sldMk cId="1121145769" sldId="264"/>
            <ac:spMk id="3" creationId="{A154CC9E-8943-4841-BC48-B2C0DE97CA46}"/>
          </ac:spMkLst>
        </pc:spChg>
      </pc:sldChg>
      <pc:sldChg chg="add del">
        <pc:chgData name="Bilen, Eren" userId="1524803c-4e9d-4ade-801e-849580f16dd3" providerId="ADAL" clId="{624DE0C8-8BF6-4CA6-A728-7F078CAE01AD}" dt="2022-08-16T04:00:14.204" v="580" actId="47"/>
        <pc:sldMkLst>
          <pc:docMk/>
          <pc:sldMk cId="1399948127" sldId="265"/>
        </pc:sldMkLst>
      </pc:sldChg>
      <pc:sldChg chg="add del">
        <pc:chgData name="Bilen, Eren" userId="1524803c-4e9d-4ade-801e-849580f16dd3" providerId="ADAL" clId="{624DE0C8-8BF6-4CA6-A728-7F078CAE01AD}" dt="2022-08-16T04:00:15.944" v="581" actId="47"/>
        <pc:sldMkLst>
          <pc:docMk/>
          <pc:sldMk cId="718722602" sldId="266"/>
        </pc:sldMkLst>
      </pc:sldChg>
      <pc:sldChg chg="add del">
        <pc:chgData name="Bilen, Eren" userId="1524803c-4e9d-4ade-801e-849580f16dd3" providerId="ADAL" clId="{624DE0C8-8BF6-4CA6-A728-7F078CAE01AD}" dt="2022-08-16T04:00:22.055" v="582" actId="47"/>
        <pc:sldMkLst>
          <pc:docMk/>
          <pc:sldMk cId="308727016" sldId="267"/>
        </pc:sldMkLst>
      </pc:sldChg>
      <pc:sldChg chg="add del">
        <pc:chgData name="Bilen, Eren" userId="1524803c-4e9d-4ade-801e-849580f16dd3" providerId="ADAL" clId="{624DE0C8-8BF6-4CA6-A728-7F078CAE01AD}" dt="2022-08-16T04:01:25.116" v="639" actId="47"/>
        <pc:sldMkLst>
          <pc:docMk/>
          <pc:sldMk cId="1480436680" sldId="268"/>
        </pc:sldMkLst>
      </pc:sldChg>
      <pc:sldChg chg="modSp add mod">
        <pc:chgData name="Bilen, Eren" userId="1524803c-4e9d-4ade-801e-849580f16dd3" providerId="ADAL" clId="{624DE0C8-8BF6-4CA6-A728-7F078CAE01AD}" dt="2022-08-16T04:02:00.881" v="661" actId="5793"/>
        <pc:sldMkLst>
          <pc:docMk/>
          <pc:sldMk cId="3914891566" sldId="270"/>
        </pc:sldMkLst>
        <pc:spChg chg="mod">
          <ac:chgData name="Bilen, Eren" userId="1524803c-4e9d-4ade-801e-849580f16dd3" providerId="ADAL" clId="{624DE0C8-8BF6-4CA6-A728-7F078CAE01AD}" dt="2022-08-16T04:01:35.673" v="650" actId="313"/>
          <ac:spMkLst>
            <pc:docMk/>
            <pc:sldMk cId="3914891566" sldId="270"/>
            <ac:spMk id="2" creationId="{AE9A489E-C7DD-DF4A-90F0-7C9FD43AA24F}"/>
          </ac:spMkLst>
        </pc:spChg>
        <pc:spChg chg="mod">
          <ac:chgData name="Bilen, Eren" userId="1524803c-4e9d-4ade-801e-849580f16dd3" providerId="ADAL" clId="{624DE0C8-8BF6-4CA6-A728-7F078CAE01AD}" dt="2022-08-16T04:02:00.881" v="661" actId="5793"/>
          <ac:spMkLst>
            <pc:docMk/>
            <pc:sldMk cId="3914891566" sldId="270"/>
            <ac:spMk id="3" creationId="{D3B6ADC0-50CE-7945-BAC5-D77A64C7B88A}"/>
          </ac:spMkLst>
        </pc:spChg>
      </pc:sldChg>
      <pc:sldChg chg="modSp add del mod">
        <pc:chgData name="Bilen, Eren" userId="1524803c-4e9d-4ade-801e-849580f16dd3" providerId="ADAL" clId="{624DE0C8-8BF6-4CA6-A728-7F078CAE01AD}" dt="2022-08-16T04:02:13.427" v="662" actId="47"/>
        <pc:sldMkLst>
          <pc:docMk/>
          <pc:sldMk cId="3122343960" sldId="271"/>
        </pc:sldMkLst>
        <pc:spChg chg="mod">
          <ac:chgData name="Bilen, Eren" userId="1524803c-4e9d-4ade-801e-849580f16dd3" providerId="ADAL" clId="{624DE0C8-8BF6-4CA6-A728-7F078CAE01AD}" dt="2022-08-16T04:01:51.018" v="651" actId="21"/>
          <ac:spMkLst>
            <pc:docMk/>
            <pc:sldMk cId="3122343960" sldId="271"/>
            <ac:spMk id="3" creationId="{DC36E29C-4775-9B4A-A425-352623567384}"/>
          </ac:spMkLst>
        </pc:spChg>
      </pc:sldChg>
      <pc:sldChg chg="modSp add mod">
        <pc:chgData name="Bilen, Eren" userId="1524803c-4e9d-4ade-801e-849580f16dd3" providerId="ADAL" clId="{624DE0C8-8BF6-4CA6-A728-7F078CAE01AD}" dt="2022-08-16T04:01:11.647" v="638" actId="27636"/>
        <pc:sldMkLst>
          <pc:docMk/>
          <pc:sldMk cId="1396044145" sldId="272"/>
        </pc:sldMkLst>
        <pc:spChg chg="mod">
          <ac:chgData name="Bilen, Eren" userId="1524803c-4e9d-4ade-801e-849580f16dd3" providerId="ADAL" clId="{624DE0C8-8BF6-4CA6-A728-7F078CAE01AD}" dt="2022-08-16T04:01:11.647" v="638" actId="27636"/>
          <ac:spMkLst>
            <pc:docMk/>
            <pc:sldMk cId="1396044145" sldId="272"/>
            <ac:spMk id="3" creationId="{DC36E29C-4775-9B4A-A425-352623567384}"/>
          </ac:spMkLst>
        </pc:spChg>
      </pc:sldChg>
      <pc:sldChg chg="addSp delSp modSp add mod">
        <pc:chgData name="Bilen, Eren" userId="1524803c-4e9d-4ade-801e-849580f16dd3" providerId="ADAL" clId="{624DE0C8-8BF6-4CA6-A728-7F078CAE01AD}" dt="2022-08-16T04:02:37.444" v="671" actId="1076"/>
        <pc:sldMkLst>
          <pc:docMk/>
          <pc:sldMk cId="3661508925" sldId="273"/>
        </pc:sldMkLst>
        <pc:spChg chg="del">
          <ac:chgData name="Bilen, Eren" userId="1524803c-4e9d-4ade-801e-849580f16dd3" providerId="ADAL" clId="{624DE0C8-8BF6-4CA6-A728-7F078CAE01AD}" dt="2022-08-16T04:02:29.039" v="664" actId="478"/>
          <ac:spMkLst>
            <pc:docMk/>
            <pc:sldMk cId="3661508925" sldId="273"/>
            <ac:spMk id="2" creationId="{079CDD87-253E-EA44-B179-94C61767FCD9}"/>
          </ac:spMkLst>
        </pc:spChg>
        <pc:spChg chg="del">
          <ac:chgData name="Bilen, Eren" userId="1524803c-4e9d-4ade-801e-849580f16dd3" providerId="ADAL" clId="{624DE0C8-8BF6-4CA6-A728-7F078CAE01AD}" dt="2022-08-16T04:02:27.804" v="663" actId="478"/>
          <ac:spMkLst>
            <pc:docMk/>
            <pc:sldMk cId="3661508925" sldId="273"/>
            <ac:spMk id="3" creationId="{DC36E29C-4775-9B4A-A425-352623567384}"/>
          </ac:spMkLst>
        </pc:spChg>
        <pc:spChg chg="add del mod">
          <ac:chgData name="Bilen, Eren" userId="1524803c-4e9d-4ade-801e-849580f16dd3" providerId="ADAL" clId="{624DE0C8-8BF6-4CA6-A728-7F078CAE01AD}" dt="2022-08-16T04:02:29.935" v="665" actId="478"/>
          <ac:spMkLst>
            <pc:docMk/>
            <pc:sldMk cId="3661508925" sldId="273"/>
            <ac:spMk id="5" creationId="{72ACE31F-8297-4985-AE7C-CFA9C90D0B62}"/>
          </ac:spMkLst>
        </pc:spChg>
        <pc:spChg chg="add del mod">
          <ac:chgData name="Bilen, Eren" userId="1524803c-4e9d-4ade-801e-849580f16dd3" providerId="ADAL" clId="{624DE0C8-8BF6-4CA6-A728-7F078CAE01AD}" dt="2022-08-16T04:02:31.014" v="666" actId="478"/>
          <ac:spMkLst>
            <pc:docMk/>
            <pc:sldMk cId="3661508925" sldId="273"/>
            <ac:spMk id="6" creationId="{A3DDF85E-F44F-48C6-BFB5-413C5FF0F708}"/>
          </ac:spMkLst>
        </pc:spChg>
        <pc:picChg chg="mod">
          <ac:chgData name="Bilen, Eren" userId="1524803c-4e9d-4ade-801e-849580f16dd3" providerId="ADAL" clId="{624DE0C8-8BF6-4CA6-A728-7F078CAE01AD}" dt="2022-08-16T04:02:37.444" v="671" actId="1076"/>
          <ac:picMkLst>
            <pc:docMk/>
            <pc:sldMk cId="3661508925" sldId="273"/>
            <ac:picMk id="4" creationId="{1D5B78F7-C00F-C24C-82EC-6DA3796768A7}"/>
          </ac:picMkLst>
        </pc:picChg>
      </pc:sldChg>
      <pc:sldChg chg="add del">
        <pc:chgData name="Bilen, Eren" userId="1524803c-4e9d-4ade-801e-849580f16dd3" providerId="ADAL" clId="{624DE0C8-8BF6-4CA6-A728-7F078CAE01AD}" dt="2022-08-16T04:17:22.022" v="836" actId="47"/>
        <pc:sldMkLst>
          <pc:docMk/>
          <pc:sldMk cId="3884772061" sldId="274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2773407824" sldId="275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454478535" sldId="277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927142130" sldId="278"/>
        </pc:sldMkLst>
      </pc:sldChg>
      <pc:sldChg chg="add del">
        <pc:chgData name="Bilen, Eren" userId="1524803c-4e9d-4ade-801e-849580f16dd3" providerId="ADAL" clId="{624DE0C8-8BF6-4CA6-A728-7F078CAE01AD}" dt="2022-08-16T04:17:08.214" v="834" actId="47"/>
        <pc:sldMkLst>
          <pc:docMk/>
          <pc:sldMk cId="1541742502" sldId="279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376182457" sldId="280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2038343638" sldId="281"/>
        </pc:sldMkLst>
      </pc:sldChg>
      <pc:sldChg chg="add del">
        <pc:chgData name="Bilen, Eren" userId="1524803c-4e9d-4ade-801e-849580f16dd3" providerId="ADAL" clId="{624DE0C8-8BF6-4CA6-A728-7F078CAE01AD}" dt="2022-08-16T04:17:19.718" v="835" actId="47"/>
        <pc:sldMkLst>
          <pc:docMk/>
          <pc:sldMk cId="3733890320" sldId="282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3104780438" sldId="283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3606248468" sldId="284"/>
        </pc:sldMkLst>
      </pc:sldChg>
      <pc:sldChg chg="modSp add mod">
        <pc:chgData name="Bilen, Eren" userId="1524803c-4e9d-4ade-801e-849580f16dd3" providerId="ADAL" clId="{624DE0C8-8BF6-4CA6-A728-7F078CAE01AD}" dt="2022-08-16T03:48:59.689" v="2" actId="27636"/>
        <pc:sldMkLst>
          <pc:docMk/>
          <pc:sldMk cId="932426077" sldId="285"/>
        </pc:sldMkLst>
        <pc:spChg chg="mod">
          <ac:chgData name="Bilen, Eren" userId="1524803c-4e9d-4ade-801e-849580f16dd3" providerId="ADAL" clId="{624DE0C8-8BF6-4CA6-A728-7F078CAE01AD}" dt="2022-08-16T03:48:59.689" v="2" actId="27636"/>
          <ac:spMkLst>
            <pc:docMk/>
            <pc:sldMk cId="932426077" sldId="285"/>
            <ac:spMk id="3" creationId="{D1D22DA4-994E-1C42-8711-AC48FE3E5093}"/>
          </ac:spMkLst>
        </pc:spChg>
      </pc:sldChg>
      <pc:sldChg chg="add del">
        <pc:chgData name="Bilen, Eren" userId="1524803c-4e9d-4ade-801e-849580f16dd3" providerId="ADAL" clId="{624DE0C8-8BF6-4CA6-A728-7F078CAE01AD}" dt="2022-08-16T04:17:55.351" v="837" actId="47"/>
        <pc:sldMkLst>
          <pc:docMk/>
          <pc:sldMk cId="2697636154" sldId="286"/>
        </pc:sldMkLst>
      </pc:sldChg>
      <pc:sldChg chg="modSp add mod">
        <pc:chgData name="Bilen, Eren" userId="1524803c-4e9d-4ade-801e-849580f16dd3" providerId="ADAL" clId="{624DE0C8-8BF6-4CA6-A728-7F078CAE01AD}" dt="2022-08-16T04:18:10.260" v="839" actId="20577"/>
        <pc:sldMkLst>
          <pc:docMk/>
          <pc:sldMk cId="2205709222" sldId="287"/>
        </pc:sldMkLst>
        <pc:spChg chg="mod">
          <ac:chgData name="Bilen, Eren" userId="1524803c-4e9d-4ade-801e-849580f16dd3" providerId="ADAL" clId="{624DE0C8-8BF6-4CA6-A728-7F078CAE01AD}" dt="2022-08-16T04:18:10.260" v="839" actId="20577"/>
          <ac:spMkLst>
            <pc:docMk/>
            <pc:sldMk cId="2205709222" sldId="287"/>
            <ac:spMk id="3" creationId="{D1D22DA4-994E-1C42-8711-AC48FE3E5093}"/>
          </ac:spMkLst>
        </pc:spChg>
      </pc:sldChg>
      <pc:sldChg chg="add del">
        <pc:chgData name="Bilen, Eren" userId="1524803c-4e9d-4ade-801e-849580f16dd3" providerId="ADAL" clId="{624DE0C8-8BF6-4CA6-A728-7F078CAE01AD}" dt="2022-08-16T04:18:12.300" v="840" actId="47"/>
        <pc:sldMkLst>
          <pc:docMk/>
          <pc:sldMk cId="2799243218" sldId="288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2441879563" sldId="291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2380126160" sldId="292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14472622" sldId="293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1271426997" sldId="294"/>
        </pc:sldMkLst>
      </pc:sldChg>
      <pc:sldChg chg="modSp add mod">
        <pc:chgData name="Bilen, Eren" userId="1524803c-4e9d-4ade-801e-849580f16dd3" providerId="ADAL" clId="{624DE0C8-8BF6-4CA6-A728-7F078CAE01AD}" dt="2022-08-16T03:48:59.707" v="3" actId="27636"/>
        <pc:sldMkLst>
          <pc:docMk/>
          <pc:sldMk cId="2592927551" sldId="295"/>
        </pc:sldMkLst>
        <pc:spChg chg="mod">
          <ac:chgData name="Bilen, Eren" userId="1524803c-4e9d-4ade-801e-849580f16dd3" providerId="ADAL" clId="{624DE0C8-8BF6-4CA6-A728-7F078CAE01AD}" dt="2022-08-16T03:48:59.707" v="3" actId="27636"/>
          <ac:spMkLst>
            <pc:docMk/>
            <pc:sldMk cId="2592927551" sldId="295"/>
            <ac:spMk id="3" creationId="{40BC2574-AFE6-CD43-9731-D0B5ED4B3C56}"/>
          </ac:spMkLst>
        </pc:spChg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3634830985" sldId="296"/>
        </pc:sldMkLst>
      </pc:sldChg>
      <pc:sldChg chg="add">
        <pc:chgData name="Bilen, Eren" userId="1524803c-4e9d-4ade-801e-849580f16dd3" providerId="ADAL" clId="{624DE0C8-8BF6-4CA6-A728-7F078CAE01AD}" dt="2022-08-16T03:48:59.601" v="0"/>
        <pc:sldMkLst>
          <pc:docMk/>
          <pc:sldMk cId="3666312261" sldId="297"/>
        </pc:sldMkLst>
      </pc:sldChg>
      <pc:sldChg chg="add del">
        <pc:chgData name="Bilen, Eren" userId="1524803c-4e9d-4ade-801e-849580f16dd3" providerId="ADAL" clId="{624DE0C8-8BF6-4CA6-A728-7F078CAE01AD}" dt="2022-08-16T03:50:52.509" v="11" actId="47"/>
        <pc:sldMkLst>
          <pc:docMk/>
          <pc:sldMk cId="0" sldId="458"/>
        </pc:sldMkLst>
      </pc:sldChg>
      <pc:sldChg chg="addSp delSp modSp add mod">
        <pc:chgData name="Bilen, Eren" userId="1524803c-4e9d-4ade-801e-849580f16dd3" providerId="ADAL" clId="{624DE0C8-8BF6-4CA6-A728-7F078CAE01AD}" dt="2022-08-16T03:52:21.934" v="87" actId="1076"/>
        <pc:sldMkLst>
          <pc:docMk/>
          <pc:sldMk cId="550623955" sldId="513"/>
        </pc:sldMkLst>
        <pc:spChg chg="add mod">
          <ac:chgData name="Bilen, Eren" userId="1524803c-4e9d-4ade-801e-849580f16dd3" providerId="ADAL" clId="{624DE0C8-8BF6-4CA6-A728-7F078CAE01AD}" dt="2022-08-16T03:52:21.934" v="87" actId="1076"/>
          <ac:spMkLst>
            <pc:docMk/>
            <pc:sldMk cId="550623955" sldId="513"/>
            <ac:spMk id="5" creationId="{53312305-A145-471B-9129-D7A7EC6F2508}"/>
          </ac:spMkLst>
        </pc:spChg>
        <pc:spChg chg="mod">
          <ac:chgData name="Bilen, Eren" userId="1524803c-4e9d-4ade-801e-849580f16dd3" providerId="ADAL" clId="{624DE0C8-8BF6-4CA6-A728-7F078CAE01AD}" dt="2022-08-16T03:52:17.747" v="86" actId="1076"/>
          <ac:spMkLst>
            <pc:docMk/>
            <pc:sldMk cId="550623955" sldId="513"/>
            <ac:spMk id="7" creationId="{84BF3FBC-45BF-4FDC-9808-3AD342577FD6}"/>
          </ac:spMkLst>
        </pc:spChg>
        <pc:spChg chg="del">
          <ac:chgData name="Bilen, Eren" userId="1524803c-4e9d-4ade-801e-849580f16dd3" providerId="ADAL" clId="{624DE0C8-8BF6-4CA6-A728-7F078CAE01AD}" dt="2022-08-16T03:52:15.599" v="85" actId="478"/>
          <ac:spMkLst>
            <pc:docMk/>
            <pc:sldMk cId="550623955" sldId="513"/>
            <ac:spMk id="11" creationId="{56689321-2CF6-4A40-A359-5512D3BA448E}"/>
          </ac:spMkLst>
        </pc:spChg>
      </pc:sldChg>
      <pc:sldChg chg="add del ord">
        <pc:chgData name="Bilen, Eren" userId="1524803c-4e9d-4ade-801e-849580f16dd3" providerId="ADAL" clId="{624DE0C8-8BF6-4CA6-A728-7F078CAE01AD}" dt="2022-08-16T03:50:54.828" v="12" actId="47"/>
        <pc:sldMkLst>
          <pc:docMk/>
          <pc:sldMk cId="3422347121" sldId="513"/>
        </pc:sldMkLst>
      </pc:sldChg>
      <pc:sldChg chg="addSp delSp modSp add mod">
        <pc:chgData name="Bilen, Eren" userId="1524803c-4e9d-4ade-801e-849580f16dd3" providerId="ADAL" clId="{624DE0C8-8BF6-4CA6-A728-7F078CAE01AD}" dt="2022-08-16T04:16:37.378" v="833" actId="1076"/>
        <pc:sldMkLst>
          <pc:docMk/>
          <pc:sldMk cId="621014338" sldId="514"/>
        </pc:sldMkLst>
        <pc:spChg chg="add del mod">
          <ac:chgData name="Bilen, Eren" userId="1524803c-4e9d-4ade-801e-849580f16dd3" providerId="ADAL" clId="{624DE0C8-8BF6-4CA6-A728-7F078CAE01AD}" dt="2022-08-16T04:12:19.362" v="678" actId="47"/>
          <ac:spMkLst>
            <pc:docMk/>
            <pc:sldMk cId="621014338" sldId="514"/>
            <ac:spMk id="2" creationId="{21E43495-2010-437D-9E0F-1FA66F7F4ED8}"/>
          </ac:spMkLst>
        </pc:spChg>
        <pc:spChg chg="add mod">
          <ac:chgData name="Bilen, Eren" userId="1524803c-4e9d-4ade-801e-849580f16dd3" providerId="ADAL" clId="{624DE0C8-8BF6-4CA6-A728-7F078CAE01AD}" dt="2022-08-16T04:14:27.607" v="823" actId="1076"/>
          <ac:spMkLst>
            <pc:docMk/>
            <pc:sldMk cId="621014338" sldId="514"/>
            <ac:spMk id="3" creationId="{50D91949-93E5-4D0A-80C2-E93015B4F34A}"/>
          </ac:spMkLst>
        </pc:spChg>
        <pc:picChg chg="del">
          <ac:chgData name="Bilen, Eren" userId="1524803c-4e9d-4ade-801e-849580f16dd3" providerId="ADAL" clId="{624DE0C8-8BF6-4CA6-A728-7F078CAE01AD}" dt="2022-08-16T04:12:10.173" v="673" actId="478"/>
          <ac:picMkLst>
            <pc:docMk/>
            <pc:sldMk cId="621014338" sldId="514"/>
            <ac:picMk id="4" creationId="{1D5B78F7-C00F-C24C-82EC-6DA3796768A7}"/>
          </ac:picMkLst>
        </pc:picChg>
        <pc:picChg chg="add mod">
          <ac:chgData name="Bilen, Eren" userId="1524803c-4e9d-4ade-801e-849580f16dd3" providerId="ADAL" clId="{624DE0C8-8BF6-4CA6-A728-7F078CAE01AD}" dt="2022-08-16T04:13:30.359" v="820" actId="1076"/>
          <ac:picMkLst>
            <pc:docMk/>
            <pc:sldMk cId="621014338" sldId="514"/>
            <ac:picMk id="5122" creationId="{1E1D92E5-D0F1-4211-B055-2EF21B072A56}"/>
          </ac:picMkLst>
        </pc:picChg>
        <pc:picChg chg="add del mod">
          <ac:chgData name="Bilen, Eren" userId="1524803c-4e9d-4ade-801e-849580f16dd3" providerId="ADAL" clId="{624DE0C8-8BF6-4CA6-A728-7F078CAE01AD}" dt="2022-08-16T04:15:12.620" v="825" actId="478"/>
          <ac:picMkLst>
            <pc:docMk/>
            <pc:sldMk cId="621014338" sldId="514"/>
            <ac:picMk id="5124" creationId="{A514C48D-5167-481F-A9E9-FC7ADC207463}"/>
          </ac:picMkLst>
        </pc:picChg>
        <pc:picChg chg="add del mod">
          <ac:chgData name="Bilen, Eren" userId="1524803c-4e9d-4ade-801e-849580f16dd3" providerId="ADAL" clId="{624DE0C8-8BF6-4CA6-A728-7F078CAE01AD}" dt="2022-08-16T04:16:33.457" v="830" actId="478"/>
          <ac:picMkLst>
            <pc:docMk/>
            <pc:sldMk cId="621014338" sldId="514"/>
            <ac:picMk id="5126" creationId="{0836AB51-3308-4F7A-B2C5-EC9A7CEA16F2}"/>
          </ac:picMkLst>
        </pc:picChg>
        <pc:picChg chg="add mod">
          <ac:chgData name="Bilen, Eren" userId="1524803c-4e9d-4ade-801e-849580f16dd3" providerId="ADAL" clId="{624DE0C8-8BF6-4CA6-A728-7F078CAE01AD}" dt="2022-08-16T04:16:37.378" v="833" actId="1076"/>
          <ac:picMkLst>
            <pc:docMk/>
            <pc:sldMk cId="621014338" sldId="514"/>
            <ac:picMk id="5128" creationId="{2AC4630D-EFAD-4F1E-A3C4-C7BFDBDFBDE8}"/>
          </ac:picMkLst>
        </pc:picChg>
      </pc:sldChg>
      <pc:sldChg chg="add del">
        <pc:chgData name="Bilen, Eren" userId="1524803c-4e9d-4ade-801e-849580f16dd3" providerId="ADAL" clId="{624DE0C8-8BF6-4CA6-A728-7F078CAE01AD}" dt="2022-08-16T04:12:20.529" v="679" actId="47"/>
        <pc:sldMkLst>
          <pc:docMk/>
          <pc:sldMk cId="3603852323" sldId="5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2" rIns="96641" bIns="48322" numCol="1" anchor="t" anchorCtr="0" compatLnSpc="1">
            <a:prstTxWarp prst="textNoShape">
              <a:avLst/>
            </a:prstTxWarp>
          </a:bodyPr>
          <a:lstStyle>
            <a:lvl1pPr defTabSz="96664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2" rIns="96641" bIns="48322" numCol="1" anchor="t" anchorCtr="0" compatLnSpc="1">
            <a:prstTxWarp prst="textNoShape">
              <a:avLst/>
            </a:prstTxWarp>
          </a:bodyPr>
          <a:lstStyle>
            <a:lvl1pPr algn="r" defTabSz="966646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1" tIns="48322" rIns="96641" bIns="48322" numCol="1" anchor="b" anchorCtr="0" compatLnSpc="1">
            <a:prstTxWarp prst="textNoShape">
              <a:avLst/>
            </a:prstTxWarp>
          </a:bodyPr>
          <a:lstStyle>
            <a:lvl1pPr defTabSz="966646">
              <a:defRPr sz="12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08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3T17:45:28.785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 1 24575,'14'0'0,"-1"0"0,12 0 0,-8 0 0,7 0 0,-9 0 0,4 0 0,-3 0 0,-2 0 0,-4 0 0,-3 0 0,0 0 0,9 3 0,-4 1 0,5 3 0,-10-1 0,-1-2 0,-6 2 0,6-2 0,-3 3 0,1-1 0,2 0 0,-2 2 0,0 2 0,2 2 0,-5-1 0,5-1 0,-5 1 0,2-4 0,-3 4 0,0-4 0,0 3 0,0 1 0,0 4 0,0 0 0,0 0 0,0 0 0,0 0 0,0 0 0,0 0 0,0-3 0,0 2 0,0-7 0,0 4 0,0-4 0,-3-1 0,2 1 0,-2 1 0,3-2 0,0 0 0,0 0 0,0 1 0,0 0 0,0 0 0,0-1 0,0 4 0,0-2 0,0 1 0,0 2 0,3-4 0,-2 4 0,6-1 0,-4-2 0,4 2 0,0-3 0,0 0 0,-1 0 0,2-1 0,-4 2 0,2-4 0,-3 2 0,0-3 0,3 1 0,-2 2 0,3-3 0,0 4 0,-1 0 0,0-1 0,1-3 0,-1 3 0,1-5 0,0 4 0,-1-1 0,0 0 0,1-1 0,-1-3 0,0 0 0,1 0 0,-1 0 0,1 0 0,-4 2 0,0 2 0,-3 2 0,0 1 0,0-1 0,0 0 0,-3-3 0,2 3 0,-5-5 0,2 2 0,-3-3 0,1 0 0,-1 3 0,0-2 0,0 2 0,1-3 0,-1 3 0,-4-2 0,3 2 0,-2 0 0,3-3 0,0 3 0,3 0 0,-2-2 0,3 2 0,-1-1 0,2 2 0,2 2 0,0 1 0,0-1 0,0 1 0,0-1 0,0 0 0,0 0 0,0 1 0,3 0 0,-3 3 0,3-2 0,0 6 0,-2-3 0,2 1 0,-3 2 0,0-7 0,0 8 0,0-8 0,0 4 0,0-5 0,0 1 0,0 0 0,0 0 0,0 0 0,0-1 0,0 1 0,0 0 0,0-1 0,0 1 0,0 0 0,0-1 0,0 1 0,0-1 0,0 1 0,0 0 0,0 0 0,0-1 0,0 1 0,0 0 0,0 0 0,-3-1 0,2 1 0,-1 0 0,-1 0 0,2-1 0,-5 1 0,5 0 0,-5 0 0,2-1 0,0 0 0,-2 1 0,6 0 0,-6 0 0,5-1 0,-5 1 0,5 0 0,-5 0 0,5 0 0,-5 0 0,6 0 0,-7-1 0,4 1 0,-1 0 0,-2-1 0,5 1 0,-5-3 0,5 2 0,-5-5 0,5 5 0,-2-2 0,0-1 0,-1 3 0,-2-6 0,2 6 0,-1-5 0,4 5 0,-5-5 0,5 5 0,-6-5 0,7 5 0,-6-3 0,2 1 0,-3 2 0,3-2 0,-2 3 0,3-4 0,-1 3 0,-2-2 0,1 0 0,2 2 0,-3-5 0,5 5 0,-5-6 0,2 3 0,-3-3 0,4 3 0,-3-2 0,3 2 0,-4-3 0,1 0 0,-1 0 0,1 0 0,-1 0 0,1 0 0,0 0 0,3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1" tIns="45712" rIns="91421" bIns="4571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1" tIns="45712" rIns="91421" bIns="4571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4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9" y="4560890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1" tIns="45712" rIns="91421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4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1" tIns="45712" rIns="91421" bIns="4571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4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1" tIns="45712" rIns="91421" bIns="457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9C8A85-BB94-4178-9281-1F338B3463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356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0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760BC-BE49-F045-A087-248B678D86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35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760BC-BE49-F045-A087-248B678D86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3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760BC-BE49-F045-A087-248B678D86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96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760BC-BE49-F045-A087-248B678D86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E09F8-96E6-48E2-B035-DA35AD6CF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F879D-A389-40EF-BE79-A5F9CF18B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11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07B46-F67A-44F1-9D97-59C0D2BA7C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48BD3-88AC-414E-989A-7023990B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CD1DE-6B30-4EE1-94EE-809F9248C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5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A3784B-5E96-481E-9B29-C74BB206E9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F8764-AA69-4CC1-854E-3E194E0E86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8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99195-88B2-4AC9-837A-249837439A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2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48EA8-2FA6-4C53-B6FA-5F93EFF730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1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E4755-9533-4B39-9555-2FF66EF6BD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7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6ADDA-4908-4CA0-B4CF-DCE2532766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66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0386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00FE9B-9CAE-4DF4-A769-0CE0CCEFF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3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3AB25B8-A73C-4382-BAFC-5E59C301A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ickr.com/photos/billdamon/7329421826/in/photolist-caFcKQ-6ggWP5-fDn11A-fD5qcr-fDmZKQ-fsGGpS-6CeE4d-gE2LHn-diwus5-6V1XNH-6V1WJX-9t1VXz-rF6J9i-sBJkHY-6V62DW-6V63r5-6uD6Rd-6V1XbR-8U6yn-8U6pN-gE3hQ4-gx9mcz-6o2d8Z-6o2cCi-6o2cRP-gx9nS8-gx8tKJ-gx99u9-gx91ua-gx9nmP-fM9dj6-rNozoE-fDQ1F1-fDQ1RE-dmpeXq-fhuwNL-hQb1xJ-f6Vf8p-fESAv4-f6cten-dTmVsA-dTQJDr-bsLV5k-fiGyWY-fAKWbM-8WVGeg-gTDfXi-fJkKcW-fB12EB-dTmWD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68" y="2884436"/>
            <a:ext cx="8229600" cy="762000"/>
          </a:xfrm>
        </p:spPr>
        <p:txBody>
          <a:bodyPr/>
          <a:lstStyle/>
          <a:p>
            <a:pPr eaLnBrk="1" hangingPunct="1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52076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07"/>
    </mc:Choice>
    <mc:Fallback xmlns="">
      <p:transition spd="slow" advTm="219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80F1A-CF87-499E-B9DD-70CF6E27B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1" y="1566289"/>
            <a:ext cx="7886700" cy="43438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is a portion of the 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Boston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set: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F7218-2B7E-4923-94B6-0E7268A0FA8C}"/>
              </a:ext>
            </a:extLst>
          </p:cNvPr>
          <p:cNvSpPr txBox="1">
            <a:spLocks/>
          </p:cNvSpPr>
          <p:nvPr/>
        </p:nvSpPr>
        <p:spPr>
          <a:xfrm>
            <a:off x="628650" y="947866"/>
            <a:ext cx="7886700" cy="59412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Learning: </a:t>
            </a:r>
            <a:r>
              <a:rPr lang="en-US" sz="2250" b="1" dirty="0">
                <a:latin typeface="Courier New" panose="02070309020205020404" pitchFamily="49" charset="0"/>
                <a:cs typeface="Courier New" panose="02070309020205020404" pitchFamily="49" charset="0"/>
              </a:rPr>
              <a:t>Boston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F3FBC-45BF-4FDC-9808-3AD342577FD6}"/>
              </a:ext>
            </a:extLst>
          </p:cNvPr>
          <p:cNvSpPr txBox="1"/>
          <p:nvPr/>
        </p:nvSpPr>
        <p:spPr>
          <a:xfrm>
            <a:off x="178591" y="3359493"/>
            <a:ext cx="6831908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25" dirty="0"/>
              <a:t>crim: per capita crime rate by town.</a:t>
            </a:r>
          </a:p>
          <a:p>
            <a:r>
              <a:rPr lang="en-US" sz="1425" dirty="0" err="1"/>
              <a:t>zn</a:t>
            </a:r>
            <a:r>
              <a:rPr lang="en-US" sz="1425" dirty="0"/>
              <a:t>: proportion of residential land zoned for lots over 25,000 </a:t>
            </a:r>
            <a:r>
              <a:rPr lang="en-US" sz="1425" dirty="0" err="1"/>
              <a:t>sq.ft</a:t>
            </a:r>
            <a:r>
              <a:rPr lang="en-US" sz="1425" dirty="0"/>
              <a:t>.</a:t>
            </a:r>
          </a:p>
          <a:p>
            <a:r>
              <a:rPr lang="en-US" sz="1425" dirty="0" err="1"/>
              <a:t>indus</a:t>
            </a:r>
            <a:r>
              <a:rPr lang="en-US" sz="1425" dirty="0"/>
              <a:t>: proportion of non-retail business acres per town.</a:t>
            </a:r>
          </a:p>
          <a:p>
            <a:r>
              <a:rPr lang="en-US" sz="1425" dirty="0" err="1"/>
              <a:t>chas</a:t>
            </a:r>
            <a:r>
              <a:rPr lang="en-US" sz="1425" dirty="0"/>
              <a:t>: Charles River dummy variable (= 1 if tract bounds river; 0 otherwise).</a:t>
            </a:r>
          </a:p>
          <a:p>
            <a:r>
              <a:rPr lang="en-US" sz="1425" dirty="0" err="1"/>
              <a:t>nox</a:t>
            </a:r>
            <a:r>
              <a:rPr lang="en-US" sz="1425" dirty="0"/>
              <a:t>: nitrogen oxides concentration (parts per 10 million).</a:t>
            </a:r>
          </a:p>
          <a:p>
            <a:r>
              <a:rPr lang="en-US" sz="1425" dirty="0"/>
              <a:t>rm: average number of rooms per dwelling.</a:t>
            </a:r>
          </a:p>
          <a:p>
            <a:r>
              <a:rPr lang="en-US" sz="1425" dirty="0"/>
              <a:t>age: proportion of owner-occupied units built prior to 1940.</a:t>
            </a:r>
          </a:p>
          <a:p>
            <a:r>
              <a:rPr lang="en-US" sz="1425" dirty="0"/>
              <a:t>dis: weighted mean of distances to five Boston employment centers.</a:t>
            </a:r>
          </a:p>
          <a:p>
            <a:r>
              <a:rPr lang="en-US" sz="1425" dirty="0"/>
              <a:t>rad: index of accessibility to radial highways.</a:t>
            </a:r>
          </a:p>
          <a:p>
            <a:r>
              <a:rPr lang="en-US" sz="1425" dirty="0"/>
              <a:t>tax: full-value property-tax rate per \$10,000.</a:t>
            </a:r>
          </a:p>
          <a:p>
            <a:r>
              <a:rPr lang="en-US" sz="1425" dirty="0" err="1"/>
              <a:t>ptratio</a:t>
            </a:r>
            <a:r>
              <a:rPr lang="en-US" sz="1425" dirty="0"/>
              <a:t>: pupil-teacher ratio by town.</a:t>
            </a:r>
          </a:p>
          <a:p>
            <a:r>
              <a:rPr lang="en-US" sz="1425" dirty="0" err="1"/>
              <a:t>medv</a:t>
            </a:r>
            <a:r>
              <a:rPr lang="en-US" sz="1425" dirty="0"/>
              <a:t>: median value of owner-occupied homes in \$1000s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D50FCB-2131-45A2-A568-130757F281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11" r="20981"/>
          <a:stretch/>
        </p:blipFill>
        <p:spPr>
          <a:xfrm>
            <a:off x="5714264" y="1562903"/>
            <a:ext cx="3270196" cy="18103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417751-5942-43D1-A23F-CE89817F27F4}"/>
              </a:ext>
            </a:extLst>
          </p:cNvPr>
          <p:cNvSpPr/>
          <p:nvPr/>
        </p:nvSpPr>
        <p:spPr>
          <a:xfrm>
            <a:off x="7684620" y="3359493"/>
            <a:ext cx="13217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zo-sans-web"/>
              </a:rPr>
              <a:t>Bill Damon </a:t>
            </a:r>
            <a:r>
              <a:rPr lang="en-US" b="0" i="0" u="none" strike="noStrike" dirty="0">
                <a:effectLst/>
                <a:latin typeface="azo-sans-we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Flickr</a:t>
            </a:r>
            <a:endParaRPr lang="en-US" b="0" i="0" dirty="0">
              <a:effectLst/>
              <a:latin typeface="azo-sans-web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38129-C4CB-4387-9D27-020692EF99C5}"/>
              </a:ext>
            </a:extLst>
          </p:cNvPr>
          <p:cNvSpPr/>
          <p:nvPr/>
        </p:nvSpPr>
        <p:spPr>
          <a:xfrm>
            <a:off x="75243" y="1930654"/>
            <a:ext cx="5639021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crim </a:t>
            </a:r>
            <a:r>
              <a:rPr lang="en-US" sz="1050" b="1" dirty="0" err="1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zn</a:t>
            </a:r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indus</a:t>
            </a:r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chas</a:t>
            </a:r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b="1" dirty="0" err="1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nox</a:t>
            </a:r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rm  age    dis rad tax </a:t>
            </a:r>
            <a:r>
              <a:rPr lang="en-US" sz="1050" b="1" dirty="0" err="1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ptratio</a:t>
            </a:r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medv</a:t>
            </a:r>
            <a:endParaRPr lang="en-US" sz="1050" b="1" dirty="0">
              <a:solidFill>
                <a:srgbClr val="2C26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1 0.00632 18  2.31    0 0.538 6.575 65.2 4.0900   1 296    15.3 24.0</a:t>
            </a:r>
          </a:p>
          <a:p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2 0.02731  0  7.07    0 0.469 6.421 78.9 4.9671   2 242    17.8 21.6</a:t>
            </a:r>
          </a:p>
          <a:p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3 0.02729  0  7.07    0 0.469 7.185 61.1 4.9671   2 242    17.8 34.7</a:t>
            </a:r>
          </a:p>
          <a:p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4 0.03237  0  2.18    0 0.458 6.998 45.8 6.0622   3 222    18.7 33.4</a:t>
            </a:r>
          </a:p>
          <a:p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5 0.06905  0  2.18    0 0.458 7.147 54.2 6.0622   3 222    18.7 36.2</a:t>
            </a:r>
          </a:p>
          <a:p>
            <a:r>
              <a:rPr lang="en-US" sz="1050" b="1" dirty="0">
                <a:solidFill>
                  <a:srgbClr val="2C26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6 0.02985  0  2.18    0 0.458 6.430 58.7 6.0622   3 222    18.7 28.7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12305-A145-471B-9129-D7A7EC6F2508}"/>
              </a:ext>
            </a:extLst>
          </p:cNvPr>
          <p:cNvSpPr txBox="1"/>
          <p:nvPr/>
        </p:nvSpPr>
        <p:spPr>
          <a:xfrm>
            <a:off x="6104206" y="4734107"/>
            <a:ext cx="24884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would you do, if you were to try unsupervised learning?</a:t>
            </a:r>
          </a:p>
        </p:txBody>
      </p:sp>
    </p:spTree>
    <p:extLst>
      <p:ext uri="{BB962C8B-B14F-4D97-AF65-F5344CB8AC3E}">
        <p14:creationId xmlns:p14="http://schemas.microsoft.com/office/powerpoint/2010/main" val="55062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191"/>
    </mc:Choice>
    <mc:Fallback xmlns="">
      <p:transition spd="slow" advTm="1621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06C1-8A0D-3E4B-AF0B-20A0D741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090"/>
            <a:ext cx="8229600" cy="762000"/>
          </a:xfrm>
        </p:spPr>
        <p:txBody>
          <a:bodyPr/>
          <a:lstStyle/>
          <a:p>
            <a:r>
              <a:rPr lang="en-US" dirty="0"/>
              <a:t>Unsupervised learning vs Supervised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A915F-96F8-EE44-8767-CE4DFD7F106D}"/>
              </a:ext>
            </a:extLst>
          </p:cNvPr>
          <p:cNvSpPr txBox="1"/>
          <p:nvPr/>
        </p:nvSpPr>
        <p:spPr>
          <a:xfrm>
            <a:off x="457200" y="2274838"/>
            <a:ext cx="83009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Unsupervised learning: </a:t>
            </a:r>
            <a:r>
              <a:rPr lang="en-US" dirty="0"/>
              <a:t>find subgroups in the dataset: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group towns that look</a:t>
            </a:r>
            <a:r>
              <a:rPr lang="en-US" b="1" i="1" dirty="0"/>
              <a:t> similar </a:t>
            </a:r>
            <a:r>
              <a:rPr lang="en-US" dirty="0"/>
              <a:t>in terms of ALL or some variables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searches patterns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it only has X variables, no Y variable.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Supervised learning: </a:t>
            </a:r>
            <a:r>
              <a:rPr lang="en-US" dirty="0"/>
              <a:t>what are the variables that might impact house prices? </a:t>
            </a:r>
          </a:p>
          <a:p>
            <a:r>
              <a:rPr lang="en-US" dirty="0"/>
              <a:t>How are they impacting house prices?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tries to estimate a “function” that maps X variable(s) to Y variable.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can be used to explain a relationship, or to predict the outcome of a given X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5817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CDD87-253E-EA44-B179-94C61767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6E29C-4775-9B4A-A425-35262356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Unsupervised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models:</a:t>
            </a:r>
          </a:p>
          <a:p>
            <a:pPr lvl="1"/>
            <a:r>
              <a:rPr lang="en-US" altLang="zh-CN" dirty="0"/>
              <a:t>Clustering; k-means, hierarchical clustering..</a:t>
            </a:r>
          </a:p>
          <a:p>
            <a:pPr lvl="1"/>
            <a:r>
              <a:rPr lang="en-US" altLang="zh-CN" dirty="0"/>
              <a:t>Principal</a:t>
            </a:r>
            <a:r>
              <a:rPr lang="zh-CN" altLang="en-US" dirty="0"/>
              <a:t> </a:t>
            </a:r>
            <a:r>
              <a:rPr lang="en-US" altLang="zh-CN" dirty="0"/>
              <a:t>Component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  <a:endParaRPr 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Supervised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models:</a:t>
            </a:r>
          </a:p>
          <a:p>
            <a:pPr lvl="1"/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</a:p>
          <a:p>
            <a:pPr lvl="1"/>
            <a:r>
              <a:rPr lang="en-US" altLang="zh-CN" dirty="0"/>
              <a:t>K-nearest</a:t>
            </a:r>
            <a:r>
              <a:rPr lang="zh-CN" altLang="en-US" dirty="0"/>
              <a:t> </a:t>
            </a:r>
            <a:r>
              <a:rPr lang="en-US" altLang="zh-CN" dirty="0"/>
              <a:t>neighborhood</a:t>
            </a:r>
            <a:r>
              <a:rPr lang="zh-CN" altLang="en-US" dirty="0"/>
              <a:t> </a:t>
            </a:r>
            <a:r>
              <a:rPr lang="en-US" altLang="zh-CN" dirty="0"/>
              <a:t>(KNN)</a:t>
            </a:r>
          </a:p>
          <a:p>
            <a:pPr lvl="1"/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Vector</a:t>
            </a:r>
            <a:r>
              <a:rPr lang="zh-CN" altLang="en-US" dirty="0"/>
              <a:t> </a:t>
            </a:r>
            <a:r>
              <a:rPr lang="en-US" altLang="zh-CN" dirty="0"/>
              <a:t>Machines</a:t>
            </a:r>
          </a:p>
          <a:p>
            <a:pPr lvl="1"/>
            <a:r>
              <a:rPr lang="en-US" altLang="zh-CN" dirty="0"/>
              <a:t>Naïve</a:t>
            </a:r>
            <a:r>
              <a:rPr lang="zh-CN" altLang="en-US" dirty="0"/>
              <a:t> </a:t>
            </a:r>
            <a:r>
              <a:rPr lang="en-US" altLang="zh-CN" dirty="0"/>
              <a:t>Bayes</a:t>
            </a:r>
          </a:p>
          <a:p>
            <a:pPr lvl="1"/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Trees</a:t>
            </a:r>
            <a:r>
              <a:rPr lang="zh-CN" altLang="en-US" dirty="0"/>
              <a:t> </a:t>
            </a:r>
            <a:r>
              <a:rPr lang="en-US" altLang="zh-CN" dirty="0"/>
              <a:t>(and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extensions)</a:t>
            </a:r>
          </a:p>
          <a:p>
            <a:pPr lvl="1"/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pPr lvl="1"/>
            <a:r>
              <a:rPr lang="en-US" altLang="zh-CN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9604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489E-C7DD-DF4A-90F0-7C9FD43AA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“fitting”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ADC0-50CE-7945-BAC5-D77A64C7B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u="sng" dirty="0"/>
              <a:t>Classification</a:t>
            </a:r>
            <a:r>
              <a:rPr lang="zh-CN" altLang="en-US" dirty="0"/>
              <a:t>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supervised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response</a:t>
            </a:r>
            <a:r>
              <a:rPr lang="zh-CN" altLang="en-US" dirty="0"/>
              <a:t> </a:t>
            </a:r>
            <a:r>
              <a:rPr lang="en-US" altLang="zh-CN" dirty="0"/>
              <a:t>variable,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example:</a:t>
            </a:r>
          </a:p>
          <a:p>
            <a:pPr lvl="1"/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email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spam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not?</a:t>
            </a:r>
          </a:p>
          <a:p>
            <a:pPr lvl="1"/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patient</a:t>
            </a:r>
            <a:r>
              <a:rPr lang="zh-CN" altLang="en-US" dirty="0"/>
              <a:t> </a:t>
            </a:r>
            <a:r>
              <a:rPr lang="en-US" altLang="zh-CN" dirty="0"/>
              <a:t>diagnosed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cancer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not?</a:t>
            </a:r>
          </a:p>
          <a:p>
            <a:pPr lvl="1"/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picture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cat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not?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u="sng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supervised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non-binary</a:t>
            </a:r>
            <a:r>
              <a:rPr lang="zh-CN" altLang="en-US" dirty="0"/>
              <a:t> </a:t>
            </a:r>
            <a:r>
              <a:rPr lang="en-US" altLang="zh-CN" dirty="0"/>
              <a:t>response</a:t>
            </a:r>
            <a:r>
              <a:rPr lang="zh-CN" altLang="en-US" dirty="0"/>
              <a:t> </a:t>
            </a:r>
            <a:r>
              <a:rPr lang="en-US" altLang="zh-CN" dirty="0"/>
              <a:t>variable,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example:</a:t>
            </a:r>
          </a:p>
          <a:p>
            <a:pPr lvl="1"/>
            <a:r>
              <a:rPr lang="en-US" altLang="zh-CN" dirty="0"/>
              <a:t>Credit</a:t>
            </a:r>
            <a:r>
              <a:rPr lang="zh-CN" altLang="en-US" dirty="0"/>
              <a:t> </a:t>
            </a:r>
            <a:r>
              <a:rPr lang="en-US" altLang="zh-CN" dirty="0"/>
              <a:t>card</a:t>
            </a:r>
            <a:r>
              <a:rPr lang="zh-CN" altLang="en-US" dirty="0"/>
              <a:t> </a:t>
            </a:r>
            <a:r>
              <a:rPr lang="en-US" altLang="zh-CN" dirty="0"/>
              <a:t>balance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customers.</a:t>
            </a:r>
          </a:p>
          <a:p>
            <a:pPr lvl="1"/>
            <a:r>
              <a:rPr lang="en-US" altLang="zh-CN" dirty="0"/>
              <a:t>Students’</a:t>
            </a:r>
            <a:r>
              <a:rPr lang="zh-CN" altLang="en-US" dirty="0"/>
              <a:t> </a:t>
            </a:r>
            <a:r>
              <a:rPr lang="en-US" altLang="zh-CN" dirty="0"/>
              <a:t>grade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class.</a:t>
            </a:r>
          </a:p>
          <a:p>
            <a:pPr marL="0" indent="0">
              <a:buNone/>
            </a:pP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classification</a:t>
            </a:r>
            <a:r>
              <a:rPr lang="zh-CN" altLang="en-US" dirty="0"/>
              <a:t> </a:t>
            </a:r>
            <a:r>
              <a:rPr lang="en-US" altLang="zh-CN" dirty="0"/>
              <a:t>version,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version.			</a:t>
            </a:r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89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43495-2010-437D-9E0F-1FA66F7F4ED8}"/>
              </a:ext>
            </a:extLst>
          </p:cNvPr>
          <p:cNvSpPr txBox="1"/>
          <p:nvPr/>
        </p:nvSpPr>
        <p:spPr>
          <a:xfrm>
            <a:off x="2571750" y="1543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91949-93E5-4D0A-80C2-E93015B4F34A}"/>
              </a:ext>
            </a:extLst>
          </p:cNvPr>
          <p:cNvSpPr txBox="1"/>
          <p:nvPr/>
        </p:nvSpPr>
        <p:spPr>
          <a:xfrm>
            <a:off x="710770" y="1081385"/>
            <a:ext cx="6701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Recognize hand-written digits: MNIST database</a:t>
            </a:r>
          </a:p>
        </p:txBody>
      </p:sp>
      <p:pic>
        <p:nvPicPr>
          <p:cNvPr id="1026" name="Picture 2" descr="How to Develop a CNN for MNIST Handwritten Digit Classification">
            <a:extLst>
              <a:ext uri="{FF2B5EF4-FFF2-40B4-BE49-F238E27FC236}">
                <a16:creationId xmlns:a16="http://schemas.microsoft.com/office/drawing/2014/main" id="{68379F9B-5004-B420-8CF9-6735E738B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876" y="1638951"/>
            <a:ext cx="6206247" cy="465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01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43495-2010-437D-9E0F-1FA66F7F4ED8}"/>
              </a:ext>
            </a:extLst>
          </p:cNvPr>
          <p:cNvSpPr txBox="1"/>
          <p:nvPr/>
        </p:nvSpPr>
        <p:spPr>
          <a:xfrm>
            <a:off x="2571750" y="1543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91949-93E5-4D0A-80C2-E93015B4F34A}"/>
              </a:ext>
            </a:extLst>
          </p:cNvPr>
          <p:cNvSpPr txBox="1"/>
          <p:nvPr/>
        </p:nvSpPr>
        <p:spPr>
          <a:xfrm>
            <a:off x="1028700" y="1415534"/>
            <a:ext cx="713528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 the age of a person using their grocery store spending data?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Predict the age of a person from their picture?</a:t>
            </a:r>
          </a:p>
        </p:txBody>
      </p:sp>
      <p:pic>
        <p:nvPicPr>
          <p:cNvPr id="5122" name="Picture 2" descr="Artificial Intelligence Can Predict a Person's Age">
            <a:extLst>
              <a:ext uri="{FF2B5EF4-FFF2-40B4-BE49-F238E27FC236}">
                <a16:creationId xmlns:a16="http://schemas.microsoft.com/office/drawing/2014/main" id="{1E1D92E5-D0F1-4211-B055-2EF21B072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470" y="3856375"/>
            <a:ext cx="28575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onsumer Research Analysis of Supermarket Consumers - Kimola Blog">
            <a:extLst>
              <a:ext uri="{FF2B5EF4-FFF2-40B4-BE49-F238E27FC236}">
                <a16:creationId xmlns:a16="http://schemas.microsoft.com/office/drawing/2014/main" id="{2AC4630D-EFAD-4F1E-A3C4-C7BFDBDFB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" y="1912382"/>
            <a:ext cx="4423410" cy="2211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922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5CFD-3518-C243-9F00-7AB6083F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models?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7B2F-2BA2-1147-B467-A83F3735D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simplified</a:t>
            </a:r>
            <a:r>
              <a:rPr lang="zh-CN" altLang="en-US" dirty="0"/>
              <a:t> </a:t>
            </a:r>
            <a:r>
              <a:rPr lang="en-US" altLang="zh-CN" dirty="0"/>
              <a:t>version: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EBCDA-0CF9-394A-917D-C32166346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872805"/>
            <a:ext cx="4322600" cy="2617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099A11-E753-3940-B64D-88956E3E6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069" y="3021068"/>
            <a:ext cx="3822560" cy="246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78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5CFD-3518-C243-9F00-7AB6083F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models?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7B2F-2BA2-1147-B467-A83F3735D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simplified</a:t>
            </a:r>
            <a:r>
              <a:rPr lang="zh-CN" altLang="en-US" dirty="0"/>
              <a:t> </a:t>
            </a:r>
            <a:r>
              <a:rPr lang="en-US" altLang="zh-CN" dirty="0"/>
              <a:t>version: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98ADA5-AD8D-094C-9427-72C48592BB57}"/>
              </a:ext>
            </a:extLst>
          </p:cNvPr>
          <p:cNvGrpSpPr/>
          <p:nvPr/>
        </p:nvGrpSpPr>
        <p:grpSpPr>
          <a:xfrm>
            <a:off x="628650" y="2872805"/>
            <a:ext cx="8327979" cy="2617167"/>
            <a:chOff x="838200" y="2687407"/>
            <a:chExt cx="11103972" cy="34895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4EBCDA-0CF9-394A-917D-C32166346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687407"/>
              <a:ext cx="5763466" cy="34895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F099A11-E753-3940-B64D-88956E3E6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426" y="2885090"/>
              <a:ext cx="5096746" cy="3291873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85A374-CE4A-9748-AD6D-558F51673996}"/>
                </a:ext>
              </a:extLst>
            </p:cNvPr>
            <p:cNvCxnSpPr/>
            <p:nvPr/>
          </p:nvCxnSpPr>
          <p:spPr>
            <a:xfrm flipV="1">
              <a:off x="2254469" y="3294993"/>
              <a:ext cx="3531476" cy="2049517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F0F2882-B3E7-FC48-8926-D7B849615439}"/>
                </a:ext>
              </a:extLst>
            </p:cNvPr>
            <p:cNvCxnSpPr>
              <a:cxnSpLocks/>
            </p:cNvCxnSpPr>
            <p:nvPr/>
          </p:nvCxnSpPr>
          <p:spPr>
            <a:xfrm>
              <a:off x="8017935" y="2885090"/>
              <a:ext cx="3709408" cy="2166828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714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5CFD-3518-C243-9F00-7AB6083F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models?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7B2F-2BA2-1147-B467-A83F3735D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simplified</a:t>
            </a:r>
            <a:r>
              <a:rPr lang="zh-CN" altLang="en-US" dirty="0"/>
              <a:t> </a:t>
            </a:r>
            <a:r>
              <a:rPr lang="en-US" altLang="zh-CN" dirty="0"/>
              <a:t>version: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9C71A65-0B15-0B46-BD98-1715A195FC50}"/>
              </a:ext>
            </a:extLst>
          </p:cNvPr>
          <p:cNvGrpSpPr/>
          <p:nvPr/>
        </p:nvGrpSpPr>
        <p:grpSpPr>
          <a:xfrm>
            <a:off x="1687896" y="2730916"/>
            <a:ext cx="5768209" cy="2075597"/>
            <a:chOff x="838200" y="2687407"/>
            <a:chExt cx="11103972" cy="34895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4EBCDA-0CF9-394A-917D-C32166346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687407"/>
              <a:ext cx="5763466" cy="34895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F099A11-E753-3940-B64D-88956E3E6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426" y="2885090"/>
              <a:ext cx="5096746" cy="3291873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85A374-CE4A-9748-AD6D-558F51673996}"/>
                </a:ext>
              </a:extLst>
            </p:cNvPr>
            <p:cNvCxnSpPr/>
            <p:nvPr/>
          </p:nvCxnSpPr>
          <p:spPr>
            <a:xfrm flipV="1">
              <a:off x="2254469" y="3294993"/>
              <a:ext cx="3531476" cy="2049517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F0F2882-B3E7-FC48-8926-D7B849615439}"/>
                </a:ext>
              </a:extLst>
            </p:cNvPr>
            <p:cNvCxnSpPr>
              <a:cxnSpLocks/>
            </p:cNvCxnSpPr>
            <p:nvPr/>
          </p:nvCxnSpPr>
          <p:spPr>
            <a:xfrm>
              <a:off x="8017935" y="2885090"/>
              <a:ext cx="3709408" cy="2166828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21913DC-93FD-AB4F-9C67-E627D7022786}"/>
              </a:ext>
            </a:extLst>
          </p:cNvPr>
          <p:cNvSpPr txBox="1"/>
          <p:nvPr/>
        </p:nvSpPr>
        <p:spPr>
          <a:xfrm>
            <a:off x="1379484" y="4898677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be: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/>
              <a:t>Miles</a:t>
            </a:r>
            <a:r>
              <a:rPr lang="zh-CN" altLang="en-US" dirty="0"/>
              <a:t> </a:t>
            </a:r>
            <a:r>
              <a:rPr lang="en-US" altLang="zh-CN" dirty="0"/>
              <a:t>Driven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10000</a:t>
            </a:r>
            <a:r>
              <a:rPr lang="zh-CN" altLang="en-US" dirty="0"/>
              <a:t>*</a:t>
            </a:r>
            <a:r>
              <a:rPr lang="en-US" altLang="zh-CN" dirty="0"/>
              <a:t>Age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birth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r>
              <a:rPr lang="zh-CN" altLang="en-US" dirty="0"/>
              <a:t>*</a:t>
            </a:r>
            <a:r>
              <a:rPr lang="en-US" altLang="zh-CN" dirty="0"/>
              <a:t>literacy</a:t>
            </a:r>
            <a:r>
              <a:rPr lang="zh-CN" altLang="en-US" dirty="0"/>
              <a:t> </a:t>
            </a:r>
            <a:r>
              <a:rPr lang="en-US" altLang="zh-CN" dirty="0"/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376182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5EB0-E361-514C-8201-F16E95CD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Terms to know: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CCA02-FD0F-6548-9966-46FAFFCF4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model.</a:t>
            </a:r>
            <a:endParaRPr lang="en-US" altLang="zh-CN" b="1" dirty="0"/>
          </a:p>
          <a:p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b="1" dirty="0"/>
              <a:t>fitting</a:t>
            </a:r>
            <a:r>
              <a:rPr lang="zh-CN" altLang="en-US" dirty="0"/>
              <a:t>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well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fits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dataset.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b="1" dirty="0"/>
              <a:t>Testing</a:t>
            </a:r>
            <a:r>
              <a:rPr lang="zh-CN" altLang="en-US" b="1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sample,</a:t>
            </a:r>
            <a:r>
              <a:rPr lang="zh-CN" altLang="en-US" dirty="0"/>
              <a:t> </a:t>
            </a:r>
            <a:r>
              <a:rPr lang="en-US" altLang="zh-CN" dirty="0"/>
              <a:t>presumably</a:t>
            </a:r>
            <a:r>
              <a:rPr lang="zh-CN" altLang="en-US" dirty="0"/>
              <a:t> </a:t>
            </a:r>
            <a:r>
              <a:rPr lang="en-US" altLang="zh-CN" dirty="0"/>
              <a:t>coming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population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set,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b="1" dirty="0"/>
              <a:t>different</a:t>
            </a:r>
            <a:r>
              <a:rPr lang="zh-CN" altLang="en-US" b="1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set.</a:t>
            </a:r>
          </a:p>
          <a:p>
            <a:r>
              <a:rPr lang="en-US" altLang="zh-CN" b="1" dirty="0"/>
              <a:t>Prediction</a:t>
            </a:r>
            <a:r>
              <a:rPr lang="zh-CN" altLang="en-US" dirty="0"/>
              <a:t> </a:t>
            </a:r>
            <a:r>
              <a:rPr lang="en-US" altLang="zh-CN" dirty="0"/>
              <a:t>refers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applying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dataset.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834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0409-B487-8247-AA12-49BD4CC0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2DA4-994E-1C42-8711-AC48FE3E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assume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b="1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predictors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response.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relationship?				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AF545-BBED-AE4F-8161-CF8F7DD1A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730037"/>
            <a:ext cx="2906768" cy="1759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A8103D-638D-AE4B-A7CD-E99CDB1829F6}"/>
              </a:ext>
            </a:extLst>
          </p:cNvPr>
          <p:cNvSpPr txBox="1"/>
          <p:nvPr/>
        </p:nvSpPr>
        <p:spPr>
          <a:xfrm>
            <a:off x="4041322" y="3730037"/>
            <a:ext cx="46169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Assuming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parameter,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assumes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age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 err="1"/>
              <a:t>milesdriven</a:t>
            </a:r>
            <a:r>
              <a:rPr lang="en-US" altLang="zh-CN" dirty="0"/>
              <a:t>?</a:t>
            </a:r>
          </a:p>
          <a:p>
            <a:endParaRPr lang="en-US" altLang="zh-CN" dirty="0"/>
          </a:p>
          <a:p>
            <a:r>
              <a:rPr lang="en-US" altLang="zh-CN" dirty="0" err="1"/>
              <a:t>MilesDriven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*</a:t>
            </a:r>
            <a:r>
              <a:rPr lang="en-US" altLang="zh-CN" dirty="0"/>
              <a:t>Age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					</a:t>
            </a:r>
          </a:p>
          <a:p>
            <a:r>
              <a:rPr lang="en-US" altLang="zh-CN" dirty="0"/>
              <a:t>Miles</a:t>
            </a:r>
            <a:r>
              <a:rPr lang="zh-CN" altLang="en-US" dirty="0"/>
              <a:t> </a:t>
            </a:r>
            <a:r>
              <a:rPr lang="en-US" altLang="zh-CN" dirty="0"/>
              <a:t>Driven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exp(b</a:t>
            </a:r>
            <a:r>
              <a:rPr lang="zh-CN" altLang="en-US" dirty="0"/>
              <a:t>*</a:t>
            </a:r>
            <a:r>
              <a:rPr lang="en-US" altLang="zh-CN" dirty="0"/>
              <a:t>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80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0409-B487-8247-AA12-49BD4CC0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2DA4-994E-1C42-8711-AC48FE3E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predictors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response.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relationship?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form:</a:t>
            </a:r>
          </a:p>
          <a:p>
            <a:pPr marL="0" indent="0">
              <a:buNone/>
            </a:pPr>
            <a:r>
              <a:rPr lang="en-US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y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</a:p>
          <a:p>
            <a:pPr marL="0" indent="0">
              <a:buNone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predictor,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Further, a is the intercept, b is the slope.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248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0409-B487-8247-AA12-49BD4CC0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2DA4-994E-1C42-8711-AC48FE3E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assume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b="1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predictors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response.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relationship?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form:</a:t>
            </a:r>
          </a:p>
          <a:p>
            <a:pPr marL="0" indent="0">
              <a:buNone/>
            </a:pPr>
            <a:r>
              <a:rPr lang="en-US" i="1" kern="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kern="0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kern="0" dirty="0">
                <a:solidFill>
                  <a:srgbClr val="000000"/>
                </a:solidFill>
                <a:latin typeface="Times New Roman" pitchFamily="18" charset="0"/>
              </a:rPr>
              <a:t> + 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bx</a:t>
            </a:r>
          </a:p>
          <a:p>
            <a:pPr marL="0" indent="0">
              <a:buNone/>
            </a:pP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where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is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predictor,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and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is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the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response.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and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are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parameters,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where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is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the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intercept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and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is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the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slope.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b="1" dirty="0"/>
              <a:t>multiple</a:t>
            </a:r>
            <a:r>
              <a:rPr lang="zh-CN" altLang="en-US" b="1" dirty="0"/>
              <a:t> </a:t>
            </a:r>
            <a:r>
              <a:rPr lang="en-US" altLang="zh-CN" b="1" dirty="0"/>
              <a:t>predictors</a:t>
            </a:r>
            <a:r>
              <a:rPr lang="en-US" altLang="zh-CN" dirty="0"/>
              <a:t>?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426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0409-B487-8247-AA12-49BD4CC0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2DA4-994E-1C42-8711-AC48FE3E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assume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b="1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predictors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response.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r>
              <a:rPr lang="zh-CN" altLang="en-US" dirty="0"/>
              <a:t> </a:t>
            </a:r>
            <a:r>
              <a:rPr lang="en-US" altLang="zh-CN" dirty="0"/>
              <a:t>takes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form:</a:t>
            </a:r>
          </a:p>
          <a:p>
            <a:pPr marL="0" indent="0">
              <a:buNone/>
            </a:pP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kern="0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US" altLang="zh-CN" i="1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itchFamily="18" charset="0"/>
              </a:rPr>
              <a:t>0</a:t>
            </a:r>
            <a:r>
              <a:rPr lang="en-US" kern="0" dirty="0">
                <a:solidFill>
                  <a:srgbClr val="000000"/>
                </a:solidFill>
                <a:latin typeface="Times New Roman" pitchFamily="18" charset="0"/>
              </a:rPr>
              <a:t> + 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i="1" kern="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zh-CN" altLang="en-US" i="1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 pitchFamily="18" charset="0"/>
              </a:rPr>
              <a:t>+ … + </a:t>
            </a:r>
            <a:r>
              <a:rPr lang="en-US" i="1" kern="0" dirty="0" err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i="1" kern="0" baseline="-25000" dirty="0" err="1">
                <a:solidFill>
                  <a:srgbClr val="000000"/>
                </a:solidFill>
                <a:latin typeface="Times New Roman" pitchFamily="18" charset="0"/>
              </a:rPr>
              <a:t>D</a:t>
            </a:r>
            <a:r>
              <a:rPr lang="en-US" i="1" kern="0" dirty="0" err="1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i="1" kern="0" baseline="-25000" dirty="0" err="1">
                <a:solidFill>
                  <a:srgbClr val="000000"/>
                </a:solidFill>
                <a:latin typeface="Times New Roman" pitchFamily="18" charset="0"/>
              </a:rPr>
              <a:t>D</a:t>
            </a:r>
            <a:r>
              <a:rPr lang="zh-CN" altLang="en-US" i="1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zh-CN" i="1" kern="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kern="0" dirty="0">
                <a:solidFill>
                  <a:srgbClr val="000000"/>
                </a:solidFill>
                <a:latin typeface="Times New Roman" pitchFamily="18" charset="0"/>
              </a:rPr>
              <a:t>where</a:t>
            </a:r>
            <a:r>
              <a:rPr lang="en-US" i="1" kern="0" dirty="0">
                <a:solidFill>
                  <a:srgbClr val="000000"/>
                </a:solidFill>
                <a:latin typeface="Times New Roman" pitchFamily="18" charset="0"/>
              </a:rPr>
              <a:t> D </a:t>
            </a:r>
            <a:r>
              <a:rPr lang="en-US" kern="0" dirty="0">
                <a:solidFill>
                  <a:srgbClr val="000000"/>
                </a:solidFill>
                <a:latin typeface="Times New Roman" pitchFamily="18" charset="0"/>
              </a:rPr>
              <a:t>is the total number of variables.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endParaRPr lang="en-US" altLang="zh-CN" kern="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0" indent="0">
              <a:buNone/>
            </a:pPr>
            <a:endParaRPr lang="en-US" i="1" kern="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The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goal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of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linear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regression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is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to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calculate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itchFamily="18" charset="0"/>
              </a:rPr>
              <a:t>0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…,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Times New Roman" pitchFamily="18" charset="0"/>
              </a:rPr>
              <a:t>D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so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that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the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model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best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fits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the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training</a:t>
            </a: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</a:rPr>
              <a:t>set.</a:t>
            </a:r>
          </a:p>
          <a:p>
            <a:pPr marL="0" indent="0">
              <a:buNone/>
            </a:pPr>
            <a:endParaRPr lang="en-US" kern="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How</a:t>
            </a: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do</a:t>
            </a: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we</a:t>
            </a: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define</a:t>
            </a: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“fit”?</a:t>
            </a:r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  <a:p>
            <a:pPr marL="0" indent="0">
              <a:buNone/>
            </a:pPr>
            <a:endParaRPr lang="en-US" i="1" kern="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0" indent="0">
              <a:buNone/>
            </a:pPr>
            <a:endParaRPr lang="en-US" i="1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709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D749-F3CD-F043-AAD9-0E9A7861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“fit”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3D06AB-F442-2746-851F-9A9967491738}"/>
              </a:ext>
            </a:extLst>
          </p:cNvPr>
          <p:cNvGrpSpPr/>
          <p:nvPr/>
        </p:nvGrpSpPr>
        <p:grpSpPr>
          <a:xfrm>
            <a:off x="545736" y="2310206"/>
            <a:ext cx="4322600" cy="2617167"/>
            <a:chOff x="2556448" y="2089674"/>
            <a:chExt cx="5763466" cy="34895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684CF7-5761-C649-98F4-8ACFCA337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6448" y="2089674"/>
              <a:ext cx="5763466" cy="3489556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216C5F2-FC5B-4645-B554-15AC0E6C7A19}"/>
                </a:ext>
              </a:extLst>
            </p:cNvPr>
            <p:cNvCxnSpPr/>
            <p:nvPr/>
          </p:nvCxnSpPr>
          <p:spPr>
            <a:xfrm flipV="1">
              <a:off x="3987800" y="2933700"/>
              <a:ext cx="3327400" cy="18542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AD807B-FED7-8A40-AA52-E26632C972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6900" y="2534714"/>
              <a:ext cx="3162300" cy="2126186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2699854-1D21-3044-B646-6961FAC16633}"/>
              </a:ext>
            </a:extLst>
          </p:cNvPr>
          <p:cNvSpPr txBox="1"/>
          <p:nvPr/>
        </p:nvSpPr>
        <p:spPr>
          <a:xfrm>
            <a:off x="5000625" y="2310206"/>
            <a:ext cx="3251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fit,</a:t>
            </a:r>
            <a:r>
              <a:rPr lang="zh-CN" altLang="en-US" dirty="0"/>
              <a:t> </a:t>
            </a:r>
            <a:r>
              <a:rPr lang="en-US" altLang="zh-CN" dirty="0"/>
              <a:t>green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yellow?</a:t>
            </a:r>
            <a:r>
              <a:rPr lang="zh-CN" altLang="en-US" dirty="0"/>
              <a:t> </a:t>
            </a:r>
            <a:r>
              <a:rPr lang="en-US" altLang="zh-CN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441879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E011-A67F-EF4C-9F0E-9D0C7651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“fit”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772E6C-DFD3-8B47-BD61-E3C434A369B3}"/>
              </a:ext>
            </a:extLst>
          </p:cNvPr>
          <p:cNvGrpSpPr/>
          <p:nvPr/>
        </p:nvGrpSpPr>
        <p:grpSpPr>
          <a:xfrm>
            <a:off x="545736" y="2310206"/>
            <a:ext cx="4322600" cy="2617167"/>
            <a:chOff x="727648" y="1937274"/>
            <a:chExt cx="5763466" cy="348955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AF9761-E48D-F949-B529-16AF7A501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648" y="1937274"/>
              <a:ext cx="5763466" cy="3489556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6782A25-5ADF-5042-BBD2-8E86ABB8C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000" y="2781300"/>
              <a:ext cx="3327400" cy="18542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33BF90-7744-3D46-A481-DDA780FFC4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8200" y="2984500"/>
              <a:ext cx="3517900" cy="16764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0FBBA5B-1B5D-1E41-B13B-18CEE87FC498}"/>
              </a:ext>
            </a:extLst>
          </p:cNvPr>
          <p:cNvSpPr txBox="1"/>
          <p:nvPr/>
        </p:nvSpPr>
        <p:spPr>
          <a:xfrm>
            <a:off x="5219701" y="2310205"/>
            <a:ext cx="3724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classical</a:t>
            </a:r>
            <a:r>
              <a:rPr lang="zh-CN" altLang="en-US" dirty="0"/>
              <a:t> </a:t>
            </a:r>
            <a:r>
              <a:rPr lang="en-US" altLang="zh-CN" dirty="0"/>
              <a:t>way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decide</a:t>
            </a:r>
            <a:r>
              <a:rPr lang="zh-CN" altLang="en-US" dirty="0"/>
              <a:t> </a:t>
            </a:r>
            <a:r>
              <a:rPr lang="en-US" altLang="zh-CN" dirty="0"/>
              <a:t>”fit“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measure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big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“mistake”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made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set.</a:t>
            </a:r>
          </a:p>
        </p:txBody>
      </p:sp>
    </p:spTree>
    <p:extLst>
      <p:ext uri="{BB962C8B-B14F-4D97-AF65-F5344CB8AC3E}">
        <p14:creationId xmlns:p14="http://schemas.microsoft.com/office/powerpoint/2010/main" val="14472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D749-F3CD-F043-AAD9-0E9A7861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“fit”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1AC4B4-CA12-6D4C-B962-D34C87C2161D}"/>
              </a:ext>
            </a:extLst>
          </p:cNvPr>
          <p:cNvGrpSpPr/>
          <p:nvPr/>
        </p:nvGrpSpPr>
        <p:grpSpPr>
          <a:xfrm>
            <a:off x="545736" y="2310206"/>
            <a:ext cx="4322600" cy="2617167"/>
            <a:chOff x="727648" y="1937274"/>
            <a:chExt cx="5763466" cy="34895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684CF7-5761-C649-98F4-8ACFCA337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648" y="1937274"/>
              <a:ext cx="5763466" cy="3489556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216C5F2-FC5B-4645-B554-15AC0E6C7A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000" y="2781300"/>
              <a:ext cx="3327400" cy="18542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AD807B-FED7-8A40-AA52-E26632C972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8200" y="2984500"/>
              <a:ext cx="3517900" cy="16764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2699854-1D21-3044-B646-6961FAC16633}"/>
              </a:ext>
            </a:extLst>
          </p:cNvPr>
          <p:cNvSpPr txBox="1"/>
          <p:nvPr/>
        </p:nvSpPr>
        <p:spPr>
          <a:xfrm>
            <a:off x="5000626" y="2310206"/>
            <a:ext cx="3597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fit,</a:t>
            </a:r>
            <a:r>
              <a:rPr lang="zh-CN" altLang="en-US" dirty="0"/>
              <a:t> </a:t>
            </a:r>
            <a:r>
              <a:rPr lang="en-US" altLang="zh-CN" dirty="0"/>
              <a:t>orange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yellow?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Alternatively,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decide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fit?</a:t>
            </a:r>
          </a:p>
        </p:txBody>
      </p:sp>
    </p:spTree>
    <p:extLst>
      <p:ext uri="{BB962C8B-B14F-4D97-AF65-F5344CB8AC3E}">
        <p14:creationId xmlns:p14="http://schemas.microsoft.com/office/powerpoint/2010/main" val="2380126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E011-A67F-EF4C-9F0E-9D0C7651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“fit”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BBA5B-1B5D-1E41-B13B-18CEE87FC498}"/>
              </a:ext>
            </a:extLst>
          </p:cNvPr>
          <p:cNvSpPr txBox="1"/>
          <p:nvPr/>
        </p:nvSpPr>
        <p:spPr>
          <a:xfrm>
            <a:off x="5219701" y="2310205"/>
            <a:ext cx="3724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classical</a:t>
            </a:r>
            <a:r>
              <a:rPr lang="zh-CN" altLang="en-US" dirty="0"/>
              <a:t> </a:t>
            </a:r>
            <a:r>
              <a:rPr lang="en-US" altLang="zh-CN" dirty="0"/>
              <a:t>way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decide</a:t>
            </a:r>
            <a:r>
              <a:rPr lang="zh-CN" altLang="en-US" dirty="0"/>
              <a:t> </a:t>
            </a:r>
            <a:r>
              <a:rPr lang="en-US" altLang="zh-CN" dirty="0"/>
              <a:t>”fit“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measure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big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“mistake”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made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set.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BED47C-D411-AB46-A9AD-02A45F72C0C9}"/>
              </a:ext>
            </a:extLst>
          </p:cNvPr>
          <p:cNvGrpSpPr/>
          <p:nvPr/>
        </p:nvGrpSpPr>
        <p:grpSpPr>
          <a:xfrm>
            <a:off x="545736" y="2310206"/>
            <a:ext cx="4322600" cy="2617167"/>
            <a:chOff x="727648" y="1937274"/>
            <a:chExt cx="5763466" cy="348955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772E6C-DFD3-8B47-BD61-E3C434A369B3}"/>
                </a:ext>
              </a:extLst>
            </p:cNvPr>
            <p:cNvGrpSpPr/>
            <p:nvPr/>
          </p:nvGrpSpPr>
          <p:grpSpPr>
            <a:xfrm>
              <a:off x="727648" y="1937274"/>
              <a:ext cx="5763466" cy="3489556"/>
              <a:chOff x="727648" y="1937274"/>
              <a:chExt cx="5763466" cy="348955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7AF9761-E48D-F949-B529-16AF7A501B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7648" y="1937274"/>
                <a:ext cx="5763466" cy="3489556"/>
              </a:xfrm>
              <a:prstGeom prst="rect">
                <a:avLst/>
              </a:prstGeom>
            </p:spPr>
          </p:pic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6782A25-5ADF-5042-BBD2-8E86ABB8C3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9000" y="2781300"/>
                <a:ext cx="3327400" cy="185420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AFDA83-BD9B-ED4A-9453-694EA9E78EF3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3721100"/>
              <a:ext cx="0" cy="102870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BDE5E023-92A2-2641-B976-582D44D694AF}"/>
              </a:ext>
            </a:extLst>
          </p:cNvPr>
          <p:cNvSpPr/>
          <p:nvPr/>
        </p:nvSpPr>
        <p:spPr>
          <a:xfrm>
            <a:off x="5341774" y="3333751"/>
            <a:ext cx="3256490" cy="390525"/>
          </a:xfrm>
          <a:prstGeom prst="borderCallout2">
            <a:avLst>
              <a:gd name="adj1" fmla="val 53182"/>
              <a:gd name="adj2" fmla="val -779"/>
              <a:gd name="adj3" fmla="val 18750"/>
              <a:gd name="adj4" fmla="val -16667"/>
              <a:gd name="adj5" fmla="val 78085"/>
              <a:gd name="adj6" fmla="val -7588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Age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yellow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(model)</a:t>
            </a:r>
            <a:r>
              <a:rPr lang="zh-CN" altLang="en-US" dirty="0"/>
              <a:t> </a:t>
            </a:r>
            <a:r>
              <a:rPr lang="en-US" altLang="zh-CN" dirty="0"/>
              <a:t>thinks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car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(around)</a:t>
            </a:r>
            <a:r>
              <a:rPr lang="zh-CN" altLang="en-US" dirty="0"/>
              <a:t> </a:t>
            </a:r>
            <a:r>
              <a:rPr lang="en-US" altLang="zh-CN" dirty="0"/>
              <a:t>100k</a:t>
            </a:r>
            <a:r>
              <a:rPr lang="zh-CN" altLang="en-US" dirty="0"/>
              <a:t> </a:t>
            </a:r>
            <a:r>
              <a:rPr lang="en-US" altLang="zh-CN" dirty="0"/>
              <a:t>miles.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Line Callout 2 13">
            <a:extLst>
              <a:ext uri="{FF2B5EF4-FFF2-40B4-BE49-F238E27FC236}">
                <a16:creationId xmlns:a16="http://schemas.microsoft.com/office/drawing/2014/main" id="{63322E90-8ECA-A040-BE3D-28B2DE5EFF4C}"/>
              </a:ext>
            </a:extLst>
          </p:cNvPr>
          <p:cNvSpPr/>
          <p:nvPr/>
        </p:nvSpPr>
        <p:spPr>
          <a:xfrm>
            <a:off x="5341774" y="4029076"/>
            <a:ext cx="3256490" cy="390525"/>
          </a:xfrm>
          <a:prstGeom prst="borderCallout2">
            <a:avLst>
              <a:gd name="adj1" fmla="val 53182"/>
              <a:gd name="adj2" fmla="val -779"/>
              <a:gd name="adj3" fmla="val 18750"/>
              <a:gd name="adj4" fmla="val -16667"/>
              <a:gd name="adj5" fmla="val 21988"/>
              <a:gd name="adj6" fmla="val -764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sample,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10-year-old</a:t>
            </a:r>
            <a:r>
              <a:rPr lang="zh-CN" altLang="en-US" dirty="0"/>
              <a:t> </a:t>
            </a:r>
            <a:r>
              <a:rPr lang="en-US" altLang="zh-CN" dirty="0"/>
              <a:t>car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mileage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less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50k.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EB373-7582-8E42-B144-A11E6E2FA679}"/>
              </a:ext>
            </a:extLst>
          </p:cNvPr>
          <p:cNvSpPr txBox="1"/>
          <p:nvPr/>
        </p:nvSpPr>
        <p:spPr>
          <a:xfrm>
            <a:off x="5334000" y="4800601"/>
            <a:ext cx="3264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words,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made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(100k-50k)</a:t>
            </a:r>
            <a:r>
              <a:rPr lang="zh-CN" altLang="en-US" dirty="0"/>
              <a:t> </a:t>
            </a:r>
            <a:r>
              <a:rPr lang="en-US" altLang="zh-CN" dirty="0"/>
              <a:t>mistake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r>
              <a:rPr lang="zh-CN" altLang="en-US" dirty="0"/>
              <a:t> </a:t>
            </a:r>
            <a:r>
              <a:rPr lang="en-US" altLang="zh-CN" dirty="0"/>
              <a:t>unit.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426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2266-646B-E34F-9B4A-95D6EB4E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Residual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C2574-AFE6-CD43-9731-D0B5ED4B3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43500" y="2125267"/>
                <a:ext cx="3752850" cy="293250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Def: </a:t>
                </a:r>
                <a:r>
                  <a:rPr lang="en-US" sz="1800" dirty="0"/>
                  <a:t>The observed value of </a:t>
                </a:r>
                <a:r>
                  <a:rPr lang="en-US" sz="1800" i="1" dirty="0"/>
                  <a:t>y</a:t>
                </a:r>
                <a:r>
                  <a:rPr lang="en-US" sz="1800" dirty="0"/>
                  <a:t> minus the predicted value of </a:t>
                </a:r>
                <a:r>
                  <a:rPr lang="en-US" sz="1800" i="1" dirty="0"/>
                  <a:t>y</a:t>
                </a:r>
                <a:r>
                  <a:rPr lang="en-US" sz="1800" dirty="0"/>
                  <a:t> (signed vertical distance) is called the </a:t>
                </a:r>
                <a:r>
                  <a:rPr lang="en-US" sz="1800" b="1" i="1" dirty="0"/>
                  <a:t>residual</a:t>
                </a:r>
                <a:r>
                  <a:rPr lang="zh-CN" altLang="en-US" sz="1800" b="1" i="1" dirty="0"/>
                  <a:t> </a:t>
                </a:r>
                <a:r>
                  <a:rPr lang="en-US" sz="1800" dirty="0"/>
                  <a:t>and represents our “error” in prediction.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 err="1"/>
                  <a:t>residual</a:t>
                </a:r>
                <a:r>
                  <a:rPr lang="en-US" altLang="zh-CN" sz="1800" baseline="-25000" dirty="0" err="1"/>
                  <a:t>i</a:t>
                </a:r>
                <a:r>
                  <a:rPr lang="en-US" sz="1800" dirty="0"/>
                  <a:t> = (observed </a:t>
                </a:r>
                <a:r>
                  <a:rPr lang="en-US" sz="1800" i="1" dirty="0" err="1"/>
                  <a:t>y</a:t>
                </a:r>
                <a:r>
                  <a:rPr lang="en-US" altLang="zh-CN" sz="1800" i="1" baseline="-25000" dirty="0" err="1"/>
                  <a:t>i</a:t>
                </a:r>
                <a:r>
                  <a:rPr lang="en-US" sz="1800" dirty="0"/>
                  <a:t>) – (predicted </a:t>
                </a:r>
                <a:r>
                  <a:rPr lang="en-US" sz="1800" i="1" dirty="0" err="1"/>
                  <a:t>y</a:t>
                </a:r>
                <a:r>
                  <a:rPr lang="en-US" altLang="zh-CN" sz="1800" i="1" baseline="-25000" dirty="0" err="1"/>
                  <a:t>i</a:t>
                </a:r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zh-CN" altLang="en-US" sz="1800" dirty="0"/>
                  <a:t>  </a:t>
                </a:r>
                <a:r>
                  <a:rPr lang="en-US" altLang="zh-CN" sz="1800" dirty="0"/>
                  <a:t>=</a:t>
                </a:r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zh-CN" altLang="en-US" sz="1800" dirty="0"/>
                  <a:t>  </a:t>
                </a:r>
                <a:r>
                  <a:rPr lang="en-US" altLang="zh-CN" sz="1800" dirty="0"/>
                  <a:t>=</a:t>
                </a:r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C2574-AFE6-CD43-9731-D0B5ED4B3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43500" y="2125267"/>
                <a:ext cx="3752850" cy="2932509"/>
              </a:xfrm>
              <a:blipFill>
                <a:blip r:embed="rId2"/>
                <a:stretch>
                  <a:fillRect l="-1463" t="-2079" b="-19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893F659-26B6-E449-8B8C-09E871F65712}"/>
              </a:ext>
            </a:extLst>
          </p:cNvPr>
          <p:cNvGrpSpPr/>
          <p:nvPr/>
        </p:nvGrpSpPr>
        <p:grpSpPr>
          <a:xfrm>
            <a:off x="707661" y="2310206"/>
            <a:ext cx="4322600" cy="2617167"/>
            <a:chOff x="727648" y="1937274"/>
            <a:chExt cx="5763466" cy="348955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DE3C4A3-8601-9D4B-A374-47E38A6946F0}"/>
                </a:ext>
              </a:extLst>
            </p:cNvPr>
            <p:cNvGrpSpPr/>
            <p:nvPr/>
          </p:nvGrpSpPr>
          <p:grpSpPr>
            <a:xfrm>
              <a:off x="727648" y="1937274"/>
              <a:ext cx="5763466" cy="3489556"/>
              <a:chOff x="727648" y="1937274"/>
              <a:chExt cx="5763466" cy="3489556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478324C-9EDB-FE45-9797-B51E0ABFA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7648" y="1937274"/>
                <a:ext cx="5763466" cy="3489556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A924E02-5B40-C64E-9FD9-BE4098A0AC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9000" y="2781300"/>
                <a:ext cx="3327400" cy="185420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8A55E8-211E-0B40-BE78-4510271EA7E4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3721100"/>
              <a:ext cx="0" cy="102870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B9A9F71-B65C-804C-8B54-5A6369AF4E37}"/>
                  </a:ext>
                </a:extLst>
              </p14:cNvPr>
              <p14:cNvContentPartPr/>
              <p14:nvPr/>
            </p14:nvContentPartPr>
            <p14:xfrm>
              <a:off x="3048735" y="3653460"/>
              <a:ext cx="166050" cy="44955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B9A9F71-B65C-804C-8B54-5A6369AF4E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4422" y="3649141"/>
                <a:ext cx="174676" cy="4581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927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DA1F-17E6-2D4F-A248-720506AA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507D92-16BF-F547-8252-DD41861E8D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Therefore,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objective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linear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regression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model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becomes</a:t>
                </a:r>
                <a:r>
                  <a:rPr lang="zh-CN" altLang="en-US" dirty="0"/>
                  <a:t> </a:t>
                </a:r>
                <a:r>
                  <a:rPr lang="en-US" altLang="zh-CN" b="1" dirty="0"/>
                  <a:t>minimize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residuals.</a:t>
                </a:r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dirty="0"/>
                  <a:t>Specifically,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b="1" dirty="0"/>
                  <a:t>minimize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the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sum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of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squared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residuals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called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i="1" dirty="0"/>
                  <a:t>Ordinary</a:t>
                </a:r>
                <a:r>
                  <a:rPr lang="zh-CN" altLang="en-US" i="1" dirty="0"/>
                  <a:t> </a:t>
                </a:r>
                <a:r>
                  <a:rPr lang="en-US" altLang="zh-CN" i="1" dirty="0"/>
                  <a:t>Least</a:t>
                </a:r>
                <a:r>
                  <a:rPr lang="zh-CN" altLang="en-US" i="1" dirty="0"/>
                  <a:t> </a:t>
                </a:r>
                <a:r>
                  <a:rPr lang="en-US" altLang="zh-CN" i="1" dirty="0"/>
                  <a:t>Squared</a:t>
                </a:r>
                <a:r>
                  <a:rPr lang="zh-CN" altLang="en-US" i="1" dirty="0"/>
                  <a:t> </a:t>
                </a:r>
                <a:r>
                  <a:rPr lang="en-US" altLang="zh-CN" i="1" dirty="0"/>
                  <a:t>(OLS)</a:t>
                </a:r>
                <a:r>
                  <a:rPr lang="zh-CN" altLang="en-US" i="1" dirty="0"/>
                  <a:t> </a:t>
                </a:r>
                <a:r>
                  <a:rPr lang="en-US" altLang="zh-CN" i="1" dirty="0"/>
                  <a:t>Method</a:t>
                </a:r>
                <a:r>
                  <a:rPr lang="en-US" altLang="zh-CN" dirty="0"/>
                  <a:t>.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other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words,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OLS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method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compute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parameter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set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,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kern="0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,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kern="0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,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…,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 err="1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kern="0" baseline="-25000" dirty="0" err="1">
                    <a:solidFill>
                      <a:srgbClr val="000000"/>
                    </a:solidFill>
                    <a:latin typeface="Times New Roman" pitchFamily="18" charset="0"/>
                  </a:rPr>
                  <a:t>D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such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that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the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sum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of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squared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residuals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is</a:t>
                </a:r>
                <a:r>
                  <a:rPr lang="zh-CN" altLang="en-US" kern="0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latin typeface="Times New Roman" pitchFamily="18" charset="0"/>
                  </a:rPr>
                  <a:t>minimized.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507D92-16BF-F547-8252-DD41861E8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830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6845-6030-AB43-94E9-E1C02024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Interpret</a:t>
            </a:r>
            <a:r>
              <a:rPr lang="zh-CN" altLang="en-US" dirty="0"/>
              <a:t> </a:t>
            </a:r>
            <a:r>
              <a:rPr lang="en-US" altLang="zh-CN" dirty="0"/>
              <a:t>linear regression results</a:t>
            </a:r>
            <a:endParaRPr lang="en-US" dirty="0"/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2F212C69-3B04-7A48-9107-CF6244A01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425" y="2125266"/>
            <a:ext cx="4629150" cy="2552700"/>
          </a:xfrm>
        </p:spPr>
      </p:pic>
    </p:spTree>
    <p:extLst>
      <p:ext uri="{BB962C8B-B14F-4D97-AF65-F5344CB8AC3E}">
        <p14:creationId xmlns:p14="http://schemas.microsoft.com/office/powerpoint/2010/main" val="366631226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09B6399E13C84EB8CB0E8E4E37F020" ma:contentTypeVersion="13" ma:contentTypeDescription="Create a new document." ma:contentTypeScope="" ma:versionID="7712dfa27d8fb896045c9200d074f84d">
  <xsd:schema xmlns:xsd="http://www.w3.org/2001/XMLSchema" xmlns:xs="http://www.w3.org/2001/XMLSchema" xmlns:p="http://schemas.microsoft.com/office/2006/metadata/properties" xmlns:ns3="0bad485e-aaef-4428-ae6d-3b4647daaead" xmlns:ns4="7ed3b2f0-e64d-4c12-8432-4e5d248f9b61" targetNamespace="http://schemas.microsoft.com/office/2006/metadata/properties" ma:root="true" ma:fieldsID="4af2585293acecda6998e176ca525a7d" ns3:_="" ns4:_="">
    <xsd:import namespace="0bad485e-aaef-4428-ae6d-3b4647daaead"/>
    <xsd:import namespace="7ed3b2f0-e64d-4c12-8432-4e5d248f9b6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d485e-aaef-4428-ae6d-3b4647daa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d3b2f0-e64d-4c12-8432-4e5d248f9b6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974FE6-F509-48B0-9F1B-31FBD81B46AA}">
  <ds:schemaRefs>
    <ds:schemaRef ds:uri="http://purl.org/dc/dcmitype/"/>
    <ds:schemaRef ds:uri="http://purl.org/dc/terms/"/>
    <ds:schemaRef ds:uri="http://schemas.microsoft.com/office/2006/documentManagement/types"/>
    <ds:schemaRef ds:uri="0bad485e-aaef-4428-ae6d-3b4647daaead"/>
    <ds:schemaRef ds:uri="http://schemas.openxmlformats.org/package/2006/metadata/core-properties"/>
    <ds:schemaRef ds:uri="7ed3b2f0-e64d-4c12-8432-4e5d248f9b61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EF2A05A-88AB-484D-905D-12B8D3B381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5C8B3D-3E69-45EA-BFD0-C8EAB2B995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ad485e-aaef-4428-ae6d-3b4647daaead"/>
    <ds:schemaRef ds:uri="7ed3b2f0-e64d-4c12-8432-4e5d248f9b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13265</TotalTime>
  <Words>1223</Words>
  <Application>Microsoft Macintosh PowerPoint</Application>
  <PresentationFormat>On-screen Show (4:3)</PresentationFormat>
  <Paragraphs>160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azo-sans-web</vt:lpstr>
      <vt:lpstr>Cambria Math</vt:lpstr>
      <vt:lpstr>Courier New</vt:lpstr>
      <vt:lpstr>Times New Roman</vt:lpstr>
      <vt:lpstr>Default Design</vt:lpstr>
      <vt:lpstr>Introduction to Supervised Learning</vt:lpstr>
      <vt:lpstr>PowerPoint Presentation</vt:lpstr>
      <vt:lpstr>Unsupervised learning vs Supervised learning</vt:lpstr>
      <vt:lpstr>The models</vt:lpstr>
      <vt:lpstr>Types of “fitting”</vt:lpstr>
      <vt:lpstr>PowerPoint Presentation</vt:lpstr>
      <vt:lpstr>PowerPoint Presentation</vt:lpstr>
      <vt:lpstr>Why do we need models? </vt:lpstr>
      <vt:lpstr>Why do we need models? </vt:lpstr>
      <vt:lpstr>Why do we need models? </vt:lpstr>
      <vt:lpstr>Terms to know:</vt:lpstr>
      <vt:lpstr>Linear regression</vt:lpstr>
      <vt:lpstr>Linear regression</vt:lpstr>
      <vt:lpstr>Linear regression</vt:lpstr>
      <vt:lpstr>Linear regression</vt:lpstr>
      <vt:lpstr>Model “fit”</vt:lpstr>
      <vt:lpstr>Model “fit”</vt:lpstr>
      <vt:lpstr>Model “fit”</vt:lpstr>
      <vt:lpstr>Model “fit”</vt:lpstr>
      <vt:lpstr>Residual</vt:lpstr>
      <vt:lpstr>Objective function for linear regression</vt:lpstr>
      <vt:lpstr>Interpret linear regression results</vt:lpstr>
    </vt:vector>
  </TitlesOfParts>
  <Company>Dickinson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121</dc:title>
  <dc:creator>Dick Forrester</dc:creator>
  <cp:lastModifiedBy>Bilen, Eren</cp:lastModifiedBy>
  <cp:revision>371</cp:revision>
  <cp:lastPrinted>2015-08-14T17:42:09Z</cp:lastPrinted>
  <dcterms:created xsi:type="dcterms:W3CDTF">2003-01-13T15:20:01Z</dcterms:created>
  <dcterms:modified xsi:type="dcterms:W3CDTF">2025-10-13T16:45:58Z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0x0101000609B6399E13C84EB8CB0E8E4E37F020</vt:lpwstr>
  </property>
</Properties>
</file>